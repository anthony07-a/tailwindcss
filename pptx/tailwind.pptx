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handoutMasterIdLst>
    <p:handoutMasterId r:id="rId20"/>
  </p:handoutMasterIdLst>
  <p:sldIdLst>
    <p:sldId id="552" r:id="rId3"/>
    <p:sldId id="553" r:id="rId4"/>
    <p:sldId id="530" r:id="rId5"/>
    <p:sldId id="501" r:id="rId7"/>
    <p:sldId id="554" r:id="rId8"/>
    <p:sldId id="502" r:id="rId9"/>
    <p:sldId id="555" r:id="rId10"/>
    <p:sldId id="516" r:id="rId11"/>
    <p:sldId id="558" r:id="rId12"/>
    <p:sldId id="559" r:id="rId13"/>
    <p:sldId id="556" r:id="rId14"/>
    <p:sldId id="560" r:id="rId15"/>
    <p:sldId id="561" r:id="rId16"/>
    <p:sldId id="563" r:id="rId17"/>
    <p:sldId id="567" r:id="rId18"/>
    <p:sldId id="557" r:id="rId19"/>
  </p:sldIdLst>
  <p:sldSz cx="9144000" cy="5143500"/>
  <p:notesSz cx="6858000" cy="9144000"/>
  <p:embeddedFontLst>
    <p:embeddedFont>
      <p:font typeface="SimSun" panose="02010600030101010101" pitchFamily="2" charset="-122"/>
      <p:regular r:id="rId24"/>
    </p:embeddedFont>
    <p:embeddedFont>
      <p:font typeface="Lao UI" panose="020B0502040204020203" pitchFamily="34" charset="0"/>
      <p:regular r:id="rId25"/>
    </p:embeddedFont>
    <p:embeddedFont>
      <p:font typeface="Microsoft YaHei" panose="020B0503020204020204" pitchFamily="34" charset="-122"/>
      <p:regular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Bahnschrift" panose="020B0502040204020203" charset="0"/>
      <p:regular r:id="rId31"/>
      <p:bold r:id="rId32"/>
    </p:embeddedFont>
    <p:embeddedFont>
      <p:font typeface="Arial Rounded MT Bold" panose="020F0704030504030204" charset="0"/>
      <p:regular r:id="rId33"/>
    </p:embeddedFont>
    <p:embeddedFont>
      <p:font typeface="Arial Unicode MS" panose="020B0604020202020204" charset="-122"/>
      <p:regular r:id="rId34"/>
    </p:embeddedFont>
  </p:embeddedFont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Lao UI" panose="020B0502040204020203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AF8749"/>
    <a:srgbClr val="C6AA64"/>
    <a:srgbClr val="568D11"/>
    <a:srgbClr val="1A74CC"/>
    <a:srgbClr val="70BA16"/>
    <a:srgbClr val="82D81A"/>
    <a:srgbClr val="61A113"/>
    <a:srgbClr val="E093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3"/>
    <p:restoredTop sz="92972"/>
  </p:normalViewPr>
  <p:slideViewPr>
    <p:cSldViewPr showGuides="1">
      <p:cViewPr varScale="1">
        <p:scale>
          <a:sx n="120" d="100"/>
          <a:sy n="120" d="100"/>
        </p:scale>
        <p:origin x="-162" y="-48"/>
      </p:cViewPr>
      <p:guideLst>
        <p:guide orient="horz" pos="152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font" Target="fonts/font11.fntdata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696C064A-D61B-4B21-B757-51A9B82445B8}" type="datetimeFigureOut">
              <a:rPr lang="en-US" strike="noStrike" noProof="1" smtClean="0">
                <a:latin typeface="Lao UI" panose="020B0502040204020203" pitchFamily="34" charset="0"/>
                <a:ea typeface="Microsoft YaHei" panose="020B0503020204020204" pitchFamily="34" charset="-122"/>
                <a:cs typeface="+mn-cs"/>
              </a:rPr>
            </a:fld>
            <a:endParaRPr lang="en-US" strike="noStrike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50305E07-67EA-4042-A3F6-853A8AD8D209}" type="slidenum">
              <a:rPr lang="en-US" strike="noStrike" noProof="1" smtClean="0">
                <a:latin typeface="Lao UI" panose="020B0502040204020203" pitchFamily="34" charset="0"/>
                <a:ea typeface="Microsoft YaHei" panose="020B0503020204020204" pitchFamily="34" charset="-122"/>
                <a:cs typeface="+mn-cs"/>
              </a:rPr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Arial" panose="020B0604020202020204" pitchFamily="34" charset="0"/>
                <a:cs typeface="+mn-cs"/>
              </a:rPr>
            </a:fld>
            <a:endParaRPr lang="zh-CN" altLang="en-US" sz="1200" strike="noStrike" noProof="1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229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/>
            <a:endParaRPr lang="zh-CN" altLang="en-US" dirty="0"/>
          </a:p>
        </p:txBody>
      </p:sp>
      <p:sp>
        <p:nvSpPr>
          <p:cNvPr id="1229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048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/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867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867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072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/>
            <a:endParaRPr lang="zh-CN" altLang="en-US" dirty="0"/>
          </a:p>
        </p:txBody>
      </p:sp>
      <p:sp>
        <p:nvSpPr>
          <p:cNvPr id="307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686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68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SimSun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6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6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6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</a:blip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anose="02010600040101010101" charset="-122"/>
          <a:ea typeface="Microsoft YaHei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anose="02010600040101010101" charset="-122"/>
          <a:ea typeface="Microsoft YaHei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anose="02010600040101010101" charset="-122"/>
          <a:ea typeface="Microsoft YaHei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anose="02010600040101010101" charset="-122"/>
          <a:ea typeface="Microsoft YaHei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ao UI" panose="020B0502040204020203" pitchFamily="34" charset="0"/>
          <a:ea typeface="Microsoft YaHei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ao UI" panose="020B0502040204020203" pitchFamily="34" charset="0"/>
          <a:ea typeface="Microsoft YaHei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ao UI" panose="020B0502040204020203" pitchFamily="34" charset="0"/>
          <a:ea typeface="Microsoft YaHei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ao UI" panose="020B0502040204020203" pitchFamily="34" charset="0"/>
          <a:ea typeface="Microsoft YaHei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tags" Target="../tags/tag99.xml"/><Relationship Id="rId98" Type="http://schemas.openxmlformats.org/officeDocument/2006/relationships/tags" Target="../tags/tag98.xml"/><Relationship Id="rId97" Type="http://schemas.openxmlformats.org/officeDocument/2006/relationships/tags" Target="../tags/tag97.xml"/><Relationship Id="rId96" Type="http://schemas.openxmlformats.org/officeDocument/2006/relationships/tags" Target="../tags/tag96.xml"/><Relationship Id="rId95" Type="http://schemas.openxmlformats.org/officeDocument/2006/relationships/tags" Target="../tags/tag95.xml"/><Relationship Id="rId94" Type="http://schemas.openxmlformats.org/officeDocument/2006/relationships/tags" Target="../tags/tag94.xml"/><Relationship Id="rId93" Type="http://schemas.openxmlformats.org/officeDocument/2006/relationships/tags" Target="../tags/tag93.xml"/><Relationship Id="rId92" Type="http://schemas.openxmlformats.org/officeDocument/2006/relationships/tags" Target="../tags/tag92.xml"/><Relationship Id="rId91" Type="http://schemas.openxmlformats.org/officeDocument/2006/relationships/tags" Target="../tags/tag91.xml"/><Relationship Id="rId90" Type="http://schemas.openxmlformats.org/officeDocument/2006/relationships/tags" Target="../tags/tag90.xml"/><Relationship Id="rId9" Type="http://schemas.openxmlformats.org/officeDocument/2006/relationships/tags" Target="../tags/tag9.xml"/><Relationship Id="rId89" Type="http://schemas.openxmlformats.org/officeDocument/2006/relationships/tags" Target="../tags/tag89.xml"/><Relationship Id="rId88" Type="http://schemas.openxmlformats.org/officeDocument/2006/relationships/tags" Target="../tags/tag88.xml"/><Relationship Id="rId87" Type="http://schemas.openxmlformats.org/officeDocument/2006/relationships/tags" Target="../tags/tag87.xml"/><Relationship Id="rId86" Type="http://schemas.openxmlformats.org/officeDocument/2006/relationships/tags" Target="../tags/tag86.xml"/><Relationship Id="rId85" Type="http://schemas.openxmlformats.org/officeDocument/2006/relationships/tags" Target="../tags/tag85.xml"/><Relationship Id="rId84" Type="http://schemas.openxmlformats.org/officeDocument/2006/relationships/tags" Target="../tags/tag84.xml"/><Relationship Id="rId83" Type="http://schemas.openxmlformats.org/officeDocument/2006/relationships/tags" Target="../tags/tag83.xml"/><Relationship Id="rId82" Type="http://schemas.openxmlformats.org/officeDocument/2006/relationships/tags" Target="../tags/tag82.xml"/><Relationship Id="rId81" Type="http://schemas.openxmlformats.org/officeDocument/2006/relationships/tags" Target="../tags/tag81.xml"/><Relationship Id="rId80" Type="http://schemas.openxmlformats.org/officeDocument/2006/relationships/tags" Target="../tags/tag80.xml"/><Relationship Id="rId8" Type="http://schemas.openxmlformats.org/officeDocument/2006/relationships/tags" Target="../tags/tag8.xml"/><Relationship Id="rId79" Type="http://schemas.openxmlformats.org/officeDocument/2006/relationships/tags" Target="../tags/tag79.xml"/><Relationship Id="rId78" Type="http://schemas.openxmlformats.org/officeDocument/2006/relationships/tags" Target="../tags/tag78.xml"/><Relationship Id="rId77" Type="http://schemas.openxmlformats.org/officeDocument/2006/relationships/tags" Target="../tags/tag77.xml"/><Relationship Id="rId76" Type="http://schemas.openxmlformats.org/officeDocument/2006/relationships/tags" Target="../tags/tag76.xml"/><Relationship Id="rId75" Type="http://schemas.openxmlformats.org/officeDocument/2006/relationships/tags" Target="../tags/tag75.xml"/><Relationship Id="rId74" Type="http://schemas.openxmlformats.org/officeDocument/2006/relationships/tags" Target="../tags/tag74.xml"/><Relationship Id="rId73" Type="http://schemas.openxmlformats.org/officeDocument/2006/relationships/tags" Target="../tags/tag73.xml"/><Relationship Id="rId72" Type="http://schemas.openxmlformats.org/officeDocument/2006/relationships/tags" Target="../tags/tag72.xml"/><Relationship Id="rId71" Type="http://schemas.openxmlformats.org/officeDocument/2006/relationships/tags" Target="../tags/tag71.xml"/><Relationship Id="rId70" Type="http://schemas.openxmlformats.org/officeDocument/2006/relationships/tags" Target="../tags/tag70.xml"/><Relationship Id="rId7" Type="http://schemas.openxmlformats.org/officeDocument/2006/relationships/tags" Target="../tags/tag7.xml"/><Relationship Id="rId69" Type="http://schemas.openxmlformats.org/officeDocument/2006/relationships/tags" Target="../tags/tag69.xml"/><Relationship Id="rId68" Type="http://schemas.openxmlformats.org/officeDocument/2006/relationships/tags" Target="../tags/tag68.xml"/><Relationship Id="rId67" Type="http://schemas.openxmlformats.org/officeDocument/2006/relationships/tags" Target="../tags/tag67.xml"/><Relationship Id="rId66" Type="http://schemas.openxmlformats.org/officeDocument/2006/relationships/tags" Target="../tags/tag66.xml"/><Relationship Id="rId65" Type="http://schemas.openxmlformats.org/officeDocument/2006/relationships/tags" Target="../tags/tag65.xml"/><Relationship Id="rId64" Type="http://schemas.openxmlformats.org/officeDocument/2006/relationships/tags" Target="../tags/tag64.xml"/><Relationship Id="rId63" Type="http://schemas.openxmlformats.org/officeDocument/2006/relationships/tags" Target="../tags/tag63.xml"/><Relationship Id="rId62" Type="http://schemas.openxmlformats.org/officeDocument/2006/relationships/tags" Target="../tags/tag62.xml"/><Relationship Id="rId61" Type="http://schemas.openxmlformats.org/officeDocument/2006/relationships/tags" Target="../tags/tag61.xml"/><Relationship Id="rId60" Type="http://schemas.openxmlformats.org/officeDocument/2006/relationships/tags" Target="../tags/tag60.xml"/><Relationship Id="rId6" Type="http://schemas.openxmlformats.org/officeDocument/2006/relationships/tags" Target="../tags/tag6.xml"/><Relationship Id="rId59" Type="http://schemas.openxmlformats.org/officeDocument/2006/relationships/tags" Target="../tags/tag59.xml"/><Relationship Id="rId58" Type="http://schemas.openxmlformats.org/officeDocument/2006/relationships/tags" Target="../tags/tag58.xml"/><Relationship Id="rId57" Type="http://schemas.openxmlformats.org/officeDocument/2006/relationships/tags" Target="../tags/tag57.xml"/><Relationship Id="rId56" Type="http://schemas.openxmlformats.org/officeDocument/2006/relationships/tags" Target="../tags/tag56.xml"/><Relationship Id="rId55" Type="http://schemas.openxmlformats.org/officeDocument/2006/relationships/tags" Target="../tags/tag55.xml"/><Relationship Id="rId54" Type="http://schemas.openxmlformats.org/officeDocument/2006/relationships/tags" Target="../tags/tag54.xml"/><Relationship Id="rId53" Type="http://schemas.openxmlformats.org/officeDocument/2006/relationships/tags" Target="../tags/tag53.xml"/><Relationship Id="rId52" Type="http://schemas.openxmlformats.org/officeDocument/2006/relationships/tags" Target="../tags/tag52.xml"/><Relationship Id="rId51" Type="http://schemas.openxmlformats.org/officeDocument/2006/relationships/tags" Target="../tags/tag51.xml"/><Relationship Id="rId50" Type="http://schemas.openxmlformats.org/officeDocument/2006/relationships/tags" Target="../tags/tag50.xml"/><Relationship Id="rId5" Type="http://schemas.openxmlformats.org/officeDocument/2006/relationships/tags" Target="../tags/tag5.xml"/><Relationship Id="rId49" Type="http://schemas.openxmlformats.org/officeDocument/2006/relationships/tags" Target="../tags/tag49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6" Type="http://schemas.openxmlformats.org/officeDocument/2006/relationships/slideLayout" Target="../slideLayouts/slideLayout2.xml"/><Relationship Id="rId125" Type="http://schemas.openxmlformats.org/officeDocument/2006/relationships/tags" Target="../tags/tag125.xml"/><Relationship Id="rId124" Type="http://schemas.openxmlformats.org/officeDocument/2006/relationships/tags" Target="../tags/tag124.xml"/><Relationship Id="rId123" Type="http://schemas.openxmlformats.org/officeDocument/2006/relationships/tags" Target="../tags/tag123.xml"/><Relationship Id="rId122" Type="http://schemas.openxmlformats.org/officeDocument/2006/relationships/tags" Target="../tags/tag122.xml"/><Relationship Id="rId121" Type="http://schemas.openxmlformats.org/officeDocument/2006/relationships/tags" Target="../tags/tag121.xml"/><Relationship Id="rId120" Type="http://schemas.openxmlformats.org/officeDocument/2006/relationships/tags" Target="../tags/tag120.xml"/><Relationship Id="rId12" Type="http://schemas.openxmlformats.org/officeDocument/2006/relationships/tags" Target="../tags/tag12.xml"/><Relationship Id="rId119" Type="http://schemas.openxmlformats.org/officeDocument/2006/relationships/tags" Target="../tags/tag119.xml"/><Relationship Id="rId118" Type="http://schemas.openxmlformats.org/officeDocument/2006/relationships/tags" Target="../tags/tag118.xml"/><Relationship Id="rId117" Type="http://schemas.openxmlformats.org/officeDocument/2006/relationships/tags" Target="../tags/tag117.xml"/><Relationship Id="rId116" Type="http://schemas.openxmlformats.org/officeDocument/2006/relationships/tags" Target="../tags/tag116.xml"/><Relationship Id="rId115" Type="http://schemas.openxmlformats.org/officeDocument/2006/relationships/tags" Target="../tags/tag115.xml"/><Relationship Id="rId114" Type="http://schemas.openxmlformats.org/officeDocument/2006/relationships/tags" Target="../tags/tag114.xml"/><Relationship Id="rId113" Type="http://schemas.openxmlformats.org/officeDocument/2006/relationships/tags" Target="../tags/tag113.xml"/><Relationship Id="rId112" Type="http://schemas.openxmlformats.org/officeDocument/2006/relationships/tags" Target="../tags/tag112.xml"/><Relationship Id="rId111" Type="http://schemas.openxmlformats.org/officeDocument/2006/relationships/tags" Target="../tags/tag111.xml"/><Relationship Id="rId110" Type="http://schemas.openxmlformats.org/officeDocument/2006/relationships/tags" Target="../tags/tag110.xml"/><Relationship Id="rId11" Type="http://schemas.openxmlformats.org/officeDocument/2006/relationships/tags" Target="../tags/tag11.xml"/><Relationship Id="rId109" Type="http://schemas.openxmlformats.org/officeDocument/2006/relationships/tags" Target="../tags/tag109.xml"/><Relationship Id="rId108" Type="http://schemas.openxmlformats.org/officeDocument/2006/relationships/tags" Target="../tags/tag108.xml"/><Relationship Id="rId107" Type="http://schemas.openxmlformats.org/officeDocument/2006/relationships/tags" Target="../tags/tag107.xml"/><Relationship Id="rId106" Type="http://schemas.openxmlformats.org/officeDocument/2006/relationships/tags" Target="../tags/tag106.xml"/><Relationship Id="rId105" Type="http://schemas.openxmlformats.org/officeDocument/2006/relationships/tags" Target="../tags/tag105.xml"/><Relationship Id="rId104" Type="http://schemas.openxmlformats.org/officeDocument/2006/relationships/tags" Target="../tags/tag104.xml"/><Relationship Id="rId103" Type="http://schemas.openxmlformats.org/officeDocument/2006/relationships/tags" Target="../tags/tag103.xml"/><Relationship Id="rId102" Type="http://schemas.openxmlformats.org/officeDocument/2006/relationships/tags" Target="../tags/tag102.xml"/><Relationship Id="rId101" Type="http://schemas.openxmlformats.org/officeDocument/2006/relationships/tags" Target="../tags/tag101.xml"/><Relationship Id="rId100" Type="http://schemas.openxmlformats.org/officeDocument/2006/relationships/tags" Target="../tags/tag100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71"/>
          <p:cNvGrpSpPr/>
          <p:nvPr/>
        </p:nvGrpSpPr>
        <p:grpSpPr>
          <a:xfrm>
            <a:off x="2072640" y="-49530"/>
            <a:ext cx="5291455" cy="5293995"/>
            <a:chOff x="2084209" y="814147"/>
            <a:chExt cx="4173518" cy="4173518"/>
          </a:xfrm>
        </p:grpSpPr>
        <p:sp>
          <p:nvSpPr>
            <p:cNvPr id="26" name="椭圆 25"/>
            <p:cNvSpPr/>
            <p:nvPr/>
          </p:nvSpPr>
          <p:spPr>
            <a:xfrm rot="9211764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5" name="椭圆 144"/>
            <p:cNvSpPr/>
            <p:nvPr/>
          </p:nvSpPr>
          <p:spPr>
            <a:xfrm rot="-3342857">
              <a:off x="2614580" y="814142"/>
              <a:ext cx="3112771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6" name="椭圆 145"/>
            <p:cNvSpPr/>
            <p:nvPr/>
          </p:nvSpPr>
          <p:spPr>
            <a:xfrm rot="-2314286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7" name="椭圆 146"/>
            <p:cNvSpPr/>
            <p:nvPr/>
          </p:nvSpPr>
          <p:spPr>
            <a:xfrm rot="-1285714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0" name="椭圆 149"/>
            <p:cNvSpPr/>
            <p:nvPr/>
          </p:nvSpPr>
          <p:spPr>
            <a:xfrm rot="1800000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1" name="椭圆 150"/>
            <p:cNvSpPr/>
            <p:nvPr/>
          </p:nvSpPr>
          <p:spPr>
            <a:xfrm rot="2828571">
              <a:off x="2614580" y="814142"/>
              <a:ext cx="3112771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 rot="7971428">
              <a:off x="2614580" y="814142"/>
              <a:ext cx="3112771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 rot="9000000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 rot="12085714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8" name="椭圆 167"/>
            <p:cNvSpPr/>
            <p:nvPr/>
          </p:nvSpPr>
          <p:spPr>
            <a:xfrm rot="13114285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9" name="椭圆 168"/>
            <p:cNvSpPr/>
            <p:nvPr/>
          </p:nvSpPr>
          <p:spPr>
            <a:xfrm rot="14142856">
              <a:off x="2614580" y="814142"/>
              <a:ext cx="3112771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7181" name="组合 170"/>
            <p:cNvGrpSpPr/>
            <p:nvPr/>
          </p:nvGrpSpPr>
          <p:grpSpPr>
            <a:xfrm>
              <a:off x="2084209" y="814147"/>
              <a:ext cx="4173518" cy="4173518"/>
              <a:chOff x="2084209" y="814147"/>
              <a:chExt cx="4173518" cy="4173518"/>
            </a:xfrm>
          </p:grpSpPr>
          <p:sp>
            <p:nvSpPr>
              <p:cNvPr id="143" name="椭圆 142"/>
              <p:cNvSpPr/>
              <p:nvPr/>
            </p:nvSpPr>
            <p:spPr>
              <a:xfrm rot="-5400000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4" name="椭圆 143"/>
              <p:cNvSpPr/>
              <p:nvPr/>
            </p:nvSpPr>
            <p:spPr>
              <a:xfrm rot="-4371429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8" name="椭圆 147"/>
              <p:cNvSpPr/>
              <p:nvPr/>
            </p:nvSpPr>
            <p:spPr>
              <a:xfrm rot="-257143">
                <a:off x="2614798" y="814147"/>
                <a:ext cx="3112339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9" name="椭圆 148"/>
              <p:cNvSpPr/>
              <p:nvPr/>
            </p:nvSpPr>
            <p:spPr>
              <a:xfrm rot="771428">
                <a:off x="2614798" y="814147"/>
                <a:ext cx="3112339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2" name="椭圆 151"/>
              <p:cNvSpPr/>
              <p:nvPr/>
            </p:nvSpPr>
            <p:spPr>
              <a:xfrm rot="3857142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3" name="椭圆 152"/>
              <p:cNvSpPr/>
              <p:nvPr/>
            </p:nvSpPr>
            <p:spPr>
              <a:xfrm rot="4885714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4" name="椭圆 153"/>
              <p:cNvSpPr/>
              <p:nvPr/>
            </p:nvSpPr>
            <p:spPr>
              <a:xfrm rot="5914286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5" name="椭圆 154"/>
              <p:cNvSpPr/>
              <p:nvPr/>
            </p:nvSpPr>
            <p:spPr>
              <a:xfrm rot="6942857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8" name="椭圆 157"/>
              <p:cNvSpPr/>
              <p:nvPr/>
            </p:nvSpPr>
            <p:spPr>
              <a:xfrm rot="10028571">
                <a:off x="2614798" y="814147"/>
                <a:ext cx="3112339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6" name="椭圆 165"/>
              <p:cNvSpPr/>
              <p:nvPr/>
            </p:nvSpPr>
            <p:spPr>
              <a:xfrm rot="11057142">
                <a:off x="2614798" y="814147"/>
                <a:ext cx="3112339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0" name="椭圆 169"/>
              <p:cNvSpPr/>
              <p:nvPr/>
            </p:nvSpPr>
            <p:spPr>
              <a:xfrm rot="15171427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5" name="文本框 174"/>
          <p:cNvSpPr txBox="1"/>
          <p:nvPr/>
        </p:nvSpPr>
        <p:spPr>
          <a:xfrm>
            <a:off x="3164840" y="1275715"/>
            <a:ext cx="311023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/>
            <a:r>
              <a:rPr lang="fr-FR" altLang="en-US" sz="3200" b="1" dirty="0">
                <a:solidFill>
                  <a:schemeClr val="bg1"/>
                </a:solidFill>
                <a:latin typeface="Bahnschrift" panose="020B0502040204020203" charset="0"/>
                <a:ea typeface="Microsoft YaHei" panose="020B0503020204020204" pitchFamily="34" charset="-122"/>
                <a:cs typeface="Bahnschrift" panose="020B0502040204020203" charset="0"/>
              </a:rPr>
              <a:t>TAILWIND.CSS</a:t>
            </a:r>
            <a:endParaRPr lang="fr-FR" altLang="en-US" sz="3200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pitchFamily="34" charset="-122"/>
              <a:cs typeface="Bahnschrift" panose="020B0502040204020203" charset="0"/>
            </a:endParaRPr>
          </a:p>
        </p:txBody>
      </p:sp>
      <p:cxnSp>
        <p:nvCxnSpPr>
          <p:cNvPr id="178" name="直接连接符 177"/>
          <p:cNvCxnSpPr/>
          <p:nvPr/>
        </p:nvCxnSpPr>
        <p:spPr>
          <a:xfrm>
            <a:off x="3567430" y="1851343"/>
            <a:ext cx="2305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 Box 10"/>
          <p:cNvSpPr txBox="1"/>
          <p:nvPr/>
        </p:nvSpPr>
        <p:spPr>
          <a:xfrm>
            <a:off x="3851593" y="3147378"/>
            <a:ext cx="1808162" cy="907415"/>
          </a:xfrm>
          <a:prstGeom prst="rect">
            <a:avLst/>
          </a:prstGeom>
          <a:noFill/>
          <a:ln w="9525">
            <a:noFill/>
          </a:ln>
        </p:spPr>
        <p:txBody>
          <a:bodyPr lIns="45720" tIns="22860" rIns="45720" bIns="22860" anchor="t">
            <a:spAutoFit/>
          </a:bodyPr>
          <a:p>
            <a:pPr algn="ctr" defTabSz="1087755" eaLnBrk="0" hangingPunct="0"/>
            <a:r>
              <a:rPr lang="fr-FR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fr-FR" altLang="zh-CN" sz="1400" b="1" dirty="0">
                <a:solidFill>
                  <a:srgbClr val="FFC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fr-FR" altLang="zh-CN" sz="1400" b="1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Présenter par</a:t>
            </a:r>
            <a:r>
              <a:rPr lang="zh-CN" altLang="en-US" sz="1400" b="1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fr-FR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Fiderana</a:t>
            </a:r>
            <a:endParaRPr lang="fr-FR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 defTabSz="1087755" eaLnBrk="0" hangingPunct="0"/>
            <a:r>
              <a:rPr lang="fr-FR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Anthony</a:t>
            </a:r>
            <a:endParaRPr lang="fr-FR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 defTabSz="1087755" eaLnBrk="0" hangingPunct="0"/>
            <a:r>
              <a:rPr lang="fr-FR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Faneva</a:t>
            </a:r>
            <a:endParaRPr lang="fr-FR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Zone de texte 2"/>
          <p:cNvSpPr txBox="1"/>
          <p:nvPr/>
        </p:nvSpPr>
        <p:spPr>
          <a:xfrm>
            <a:off x="3636010" y="2139950"/>
            <a:ext cx="21996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fr-FR" altLang="en-US" sz="44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2025</a:t>
            </a:r>
            <a:endParaRPr lang="fr-FR" altLang="en-US" sz="4400" b="1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/>
      <p:bldP spid="18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" name="文本框 45"/>
          <p:cNvSpPr/>
          <p:nvPr/>
        </p:nvSpPr>
        <p:spPr>
          <a:xfrm>
            <a:off x="3419475" y="411163"/>
            <a:ext cx="2286000" cy="500062"/>
          </a:xfrm>
          <a:prstGeom prst="rect">
            <a:avLst/>
          </a:prstGeom>
          <a:noFill/>
          <a:ln w="9525">
            <a:noFill/>
          </a:ln>
        </p:spPr>
        <p:txBody>
          <a:bodyPr lIns="68541" tIns="34270" rIns="68541" bIns="34270" anchor="t">
            <a:spAutoFit/>
          </a:bodyPr>
          <a:p>
            <a:pPr algn="ctr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charset="-122"/>
                <a:sym typeface="Arial" panose="020B0604020202020204" pitchFamily="34" charset="0"/>
              </a:rPr>
              <a:t>CONTENTS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ea typeface="Arial Unicode MS" panose="020B0604020202020204" charset="-122"/>
              <a:sym typeface="Arial" panose="020B0604020202020204" pitchFamily="34" charset="0"/>
            </a:endParaRPr>
          </a:p>
        </p:txBody>
      </p:sp>
      <p:cxnSp>
        <p:nvCxnSpPr>
          <p:cNvPr id="155" name="直接连接符 154"/>
          <p:cNvCxnSpPr/>
          <p:nvPr/>
        </p:nvCxnSpPr>
        <p:spPr>
          <a:xfrm>
            <a:off x="3492872" y="869950"/>
            <a:ext cx="2178050" cy="0"/>
          </a:xfrm>
          <a:prstGeom prst="line">
            <a:avLst/>
          </a:prstGeom>
          <a:ln w="19050"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矩形 157"/>
          <p:cNvSpPr/>
          <p:nvPr>
            <p:custDataLst>
              <p:tags r:id="rId1"/>
            </p:custDataLst>
          </p:nvPr>
        </p:nvSpPr>
        <p:spPr>
          <a:xfrm>
            <a:off x="1581150" y="1347470"/>
            <a:ext cx="1663065" cy="9232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Définition et avantages</a:t>
            </a:r>
            <a:endParaRPr kumimoji="0" lang="fr-FR" altLang="zh-CN" sz="2000" b="1" i="1" u="none" strike="noStrike" kern="1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62" name="矩形 161"/>
          <p:cNvSpPr/>
          <p:nvPr>
            <p:custDataLst>
              <p:tags r:id="rId2"/>
            </p:custDataLst>
          </p:nvPr>
        </p:nvSpPr>
        <p:spPr>
          <a:xfrm>
            <a:off x="5579818" y="1318534"/>
            <a:ext cx="3386382" cy="752456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Les base a apprendre pour</a:t>
            </a:r>
            <a:endParaRPr kumimoji="0" lang="fr-FR" altLang="zh-CN" sz="2000" b="1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fr-FR" altLang="zh-CN" sz="2000" b="1" i="1" kern="1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maitriser tailwind css</a:t>
            </a:r>
            <a:endParaRPr kumimoji="0" lang="fr-FR" altLang="zh-CN" sz="2000" b="1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kumimoji="0" lang="fr-FR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66" name="矩形 165"/>
          <p:cNvSpPr/>
          <p:nvPr>
            <p:custDataLst>
              <p:tags r:id="rId3"/>
            </p:custDataLst>
          </p:nvPr>
        </p:nvSpPr>
        <p:spPr>
          <a:xfrm>
            <a:off x="1581195" y="2355192"/>
            <a:ext cx="191906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Comment l’ utiliser sans bibliothèque</a:t>
            </a:r>
            <a:endParaRPr kumimoji="0" lang="fr-FR" altLang="zh-CN" sz="2000" b="1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70" name="矩形 169"/>
          <p:cNvSpPr/>
          <p:nvPr>
            <p:custDataLst>
              <p:tags r:id="rId4"/>
            </p:custDataLst>
          </p:nvPr>
        </p:nvSpPr>
        <p:spPr>
          <a:xfrm>
            <a:off x="1581261" y="4155820"/>
            <a:ext cx="191906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Inconvénient</a:t>
            </a:r>
            <a:endParaRPr kumimoji="0" lang="fr-FR" altLang="zh-CN" sz="2000" b="1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2" name="组合 195"/>
          <p:cNvGrpSpPr/>
          <p:nvPr>
            <p:custDataLst>
              <p:tags r:id="rId5"/>
            </p:custDataLst>
          </p:nvPr>
        </p:nvGrpSpPr>
        <p:grpSpPr>
          <a:xfrm>
            <a:off x="710363" y="1325311"/>
            <a:ext cx="672660" cy="671012"/>
            <a:chOff x="753978" y="1996508"/>
            <a:chExt cx="647250" cy="647250"/>
          </a:xfrm>
        </p:grpSpPr>
        <p:sp>
          <p:nvSpPr>
            <p:cNvPr id="8204" name="文本框 156"/>
            <p:cNvSpPr txBox="1"/>
            <p:nvPr>
              <p:custDataLst>
                <p:tags r:id="rId6"/>
              </p:custDataLst>
            </p:nvPr>
          </p:nvSpPr>
          <p:spPr>
            <a:xfrm>
              <a:off x="909161" y="2067694"/>
              <a:ext cx="336884" cy="50348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1</a:t>
              </a:r>
              <a:endPara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8205" name="组合 171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173" name="椭圆 172"/>
              <p:cNvSpPr/>
              <p:nvPr>
                <p:custDataLst>
                  <p:tags r:id="rId7"/>
                </p:custDataLst>
              </p:nvPr>
            </p:nvSpPr>
            <p:spPr>
              <a:xfrm rot="9211764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4" name="椭圆 173"/>
              <p:cNvSpPr/>
              <p:nvPr>
                <p:custDataLst>
                  <p:tags r:id="rId8"/>
                </p:custDataLst>
              </p:nvPr>
            </p:nvSpPr>
            <p:spPr>
              <a:xfrm rot="-3342857">
                <a:off x="2617428" y="814146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5" name="椭圆 174"/>
              <p:cNvSpPr/>
              <p:nvPr>
                <p:custDataLst>
                  <p:tags r:id="rId9"/>
                </p:custDataLst>
              </p:nvPr>
            </p:nvSpPr>
            <p:spPr>
              <a:xfrm rot="-2314286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6" name="椭圆 175"/>
              <p:cNvSpPr/>
              <p:nvPr>
                <p:custDataLst>
                  <p:tags r:id="rId10"/>
                </p:custDataLst>
              </p:nvPr>
            </p:nvSpPr>
            <p:spPr>
              <a:xfrm rot="-1285714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7" name="椭圆 176"/>
              <p:cNvSpPr/>
              <p:nvPr>
                <p:custDataLst>
                  <p:tags r:id="rId11"/>
                </p:custDataLst>
              </p:nvPr>
            </p:nvSpPr>
            <p:spPr>
              <a:xfrm rot="1800000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8" name="椭圆 177"/>
              <p:cNvSpPr/>
              <p:nvPr>
                <p:custDataLst>
                  <p:tags r:id="rId12"/>
                </p:custDataLst>
              </p:nvPr>
            </p:nvSpPr>
            <p:spPr>
              <a:xfrm rot="2828571">
                <a:off x="2617428" y="814146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9" name="椭圆 178"/>
              <p:cNvSpPr/>
              <p:nvPr>
                <p:custDataLst>
                  <p:tags r:id="rId13"/>
                </p:custDataLst>
              </p:nvPr>
            </p:nvSpPr>
            <p:spPr>
              <a:xfrm rot="7971428">
                <a:off x="2617428" y="814146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0" name="椭圆 179"/>
              <p:cNvSpPr/>
              <p:nvPr>
                <p:custDataLst>
                  <p:tags r:id="rId14"/>
                </p:custDataLst>
              </p:nvPr>
            </p:nvSpPr>
            <p:spPr>
              <a:xfrm rot="9000000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1" name="椭圆 180"/>
              <p:cNvSpPr/>
              <p:nvPr>
                <p:custDataLst>
                  <p:tags r:id="rId15"/>
                </p:custDataLst>
              </p:nvPr>
            </p:nvSpPr>
            <p:spPr>
              <a:xfrm rot="12085714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2" name="椭圆 181"/>
              <p:cNvSpPr/>
              <p:nvPr>
                <p:custDataLst>
                  <p:tags r:id="rId16"/>
                </p:custDataLst>
              </p:nvPr>
            </p:nvSpPr>
            <p:spPr>
              <a:xfrm rot="13114285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3" name="椭圆 182"/>
              <p:cNvSpPr/>
              <p:nvPr>
                <p:custDataLst>
                  <p:tags r:id="rId17"/>
                </p:custDataLst>
              </p:nvPr>
            </p:nvSpPr>
            <p:spPr>
              <a:xfrm rot="14142856">
                <a:off x="2617428" y="814146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8217" name="组合 183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185" name="椭圆 184"/>
                <p:cNvSpPr/>
                <p:nvPr>
                  <p:custDataLst>
                    <p:tags r:id="rId18"/>
                  </p:custDataLst>
                </p:nvPr>
              </p:nvSpPr>
              <p:spPr>
                <a:xfrm rot="-5400000">
                  <a:off x="2617428" y="814146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86" name="椭圆 185"/>
                <p:cNvSpPr/>
                <p:nvPr>
                  <p:custDataLst>
                    <p:tags r:id="rId19"/>
                  </p:custDataLst>
                </p:nvPr>
              </p:nvSpPr>
              <p:spPr>
                <a:xfrm rot="-4371429">
                  <a:off x="2617428" y="814146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椭圆 186"/>
                <p:cNvSpPr/>
                <p:nvPr>
                  <p:custDataLst>
                    <p:tags r:id="rId20"/>
                  </p:custDataLst>
                </p:nvPr>
              </p:nvSpPr>
              <p:spPr>
                <a:xfrm rot="-257143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88" name="椭圆 187"/>
                <p:cNvSpPr/>
                <p:nvPr>
                  <p:custDataLst>
                    <p:tags r:id="rId21"/>
                  </p:custDataLst>
                </p:nvPr>
              </p:nvSpPr>
              <p:spPr>
                <a:xfrm rot="771428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椭圆 188"/>
                <p:cNvSpPr/>
                <p:nvPr>
                  <p:custDataLst>
                    <p:tags r:id="rId22"/>
                  </p:custDataLst>
                </p:nvPr>
              </p:nvSpPr>
              <p:spPr>
                <a:xfrm rot="3857142">
                  <a:off x="2617428" y="814146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椭圆 189"/>
                <p:cNvSpPr/>
                <p:nvPr>
                  <p:custDataLst>
                    <p:tags r:id="rId23"/>
                  </p:custDataLst>
                </p:nvPr>
              </p:nvSpPr>
              <p:spPr>
                <a:xfrm rot="4885714">
                  <a:off x="2617428" y="814146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椭圆 190"/>
                <p:cNvSpPr/>
                <p:nvPr>
                  <p:custDataLst>
                    <p:tags r:id="rId24"/>
                  </p:custDataLst>
                </p:nvPr>
              </p:nvSpPr>
              <p:spPr>
                <a:xfrm rot="5914286">
                  <a:off x="2617428" y="814146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椭圆 191"/>
                <p:cNvSpPr/>
                <p:nvPr>
                  <p:custDataLst>
                    <p:tags r:id="rId25"/>
                  </p:custDataLst>
                </p:nvPr>
              </p:nvSpPr>
              <p:spPr>
                <a:xfrm rot="6942857">
                  <a:off x="2617428" y="814146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93" name="椭圆 192"/>
                <p:cNvSpPr/>
                <p:nvPr>
                  <p:custDataLst>
                    <p:tags r:id="rId26"/>
                  </p:custDataLst>
                </p:nvPr>
              </p:nvSpPr>
              <p:spPr>
                <a:xfrm rot="10028571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94" name="椭圆 193"/>
                <p:cNvSpPr/>
                <p:nvPr>
                  <p:custDataLst>
                    <p:tags r:id="rId27"/>
                  </p:custDataLst>
                </p:nvPr>
              </p:nvSpPr>
              <p:spPr>
                <a:xfrm rot="11057142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95" name="椭圆 194"/>
                <p:cNvSpPr/>
                <p:nvPr>
                  <p:custDataLst>
                    <p:tags r:id="rId28"/>
                  </p:custDataLst>
                </p:nvPr>
              </p:nvSpPr>
              <p:spPr>
                <a:xfrm rot="15171427">
                  <a:off x="2617428" y="814146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5" name="组合 196"/>
          <p:cNvGrpSpPr/>
          <p:nvPr>
            <p:custDataLst>
              <p:tags r:id="rId29"/>
            </p:custDataLst>
          </p:nvPr>
        </p:nvGrpSpPr>
        <p:grpSpPr>
          <a:xfrm>
            <a:off x="4555378" y="1329929"/>
            <a:ext cx="671012" cy="672660"/>
            <a:chOff x="753978" y="1996508"/>
            <a:chExt cx="647250" cy="647250"/>
          </a:xfrm>
        </p:grpSpPr>
        <p:sp>
          <p:nvSpPr>
            <p:cNvPr id="8230" name="文本框 197"/>
            <p:cNvSpPr txBox="1"/>
            <p:nvPr>
              <p:custDataLst>
                <p:tags r:id="rId30"/>
              </p:custDataLst>
            </p:nvPr>
          </p:nvSpPr>
          <p:spPr>
            <a:xfrm>
              <a:off x="909161" y="2067694"/>
              <a:ext cx="336884" cy="502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8231" name="组合 198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200" name="椭圆 199"/>
              <p:cNvSpPr/>
              <p:nvPr>
                <p:custDataLst>
                  <p:tags r:id="rId31"/>
                </p:custDataLst>
              </p:nvPr>
            </p:nvSpPr>
            <p:spPr>
              <a:xfrm rot="9211764">
                <a:off x="2617434" y="814147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1" name="椭圆 200"/>
              <p:cNvSpPr/>
              <p:nvPr>
                <p:custDataLst>
                  <p:tags r:id="rId32"/>
                </p:custDataLst>
              </p:nvPr>
            </p:nvSpPr>
            <p:spPr>
              <a:xfrm rot="-3342857">
                <a:off x="2616131" y="814144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2" name="椭圆 201"/>
              <p:cNvSpPr/>
              <p:nvPr>
                <p:custDataLst>
                  <p:tags r:id="rId33"/>
                </p:custDataLst>
              </p:nvPr>
            </p:nvSpPr>
            <p:spPr>
              <a:xfrm rot="-2314286">
                <a:off x="2617434" y="814147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3" name="椭圆 202"/>
              <p:cNvSpPr/>
              <p:nvPr>
                <p:custDataLst>
                  <p:tags r:id="rId34"/>
                </p:custDataLst>
              </p:nvPr>
            </p:nvSpPr>
            <p:spPr>
              <a:xfrm rot="-1285714">
                <a:off x="2617434" y="814147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4" name="椭圆 203"/>
              <p:cNvSpPr/>
              <p:nvPr>
                <p:custDataLst>
                  <p:tags r:id="rId35"/>
                </p:custDataLst>
              </p:nvPr>
            </p:nvSpPr>
            <p:spPr>
              <a:xfrm rot="1800000">
                <a:off x="2617434" y="814147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5" name="椭圆 204"/>
              <p:cNvSpPr/>
              <p:nvPr>
                <p:custDataLst>
                  <p:tags r:id="rId36"/>
                </p:custDataLst>
              </p:nvPr>
            </p:nvSpPr>
            <p:spPr>
              <a:xfrm rot="2828571">
                <a:off x="2616131" y="814144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6" name="椭圆 205"/>
              <p:cNvSpPr/>
              <p:nvPr>
                <p:custDataLst>
                  <p:tags r:id="rId37"/>
                </p:custDataLst>
              </p:nvPr>
            </p:nvSpPr>
            <p:spPr>
              <a:xfrm rot="7971428">
                <a:off x="2616131" y="814144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7" name="椭圆 206"/>
              <p:cNvSpPr/>
              <p:nvPr>
                <p:custDataLst>
                  <p:tags r:id="rId38"/>
                </p:custDataLst>
              </p:nvPr>
            </p:nvSpPr>
            <p:spPr>
              <a:xfrm rot="9000000">
                <a:off x="2617434" y="814147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8" name="椭圆 207"/>
              <p:cNvSpPr/>
              <p:nvPr>
                <p:custDataLst>
                  <p:tags r:id="rId39"/>
                </p:custDataLst>
              </p:nvPr>
            </p:nvSpPr>
            <p:spPr>
              <a:xfrm rot="12085714">
                <a:off x="2617434" y="814147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9" name="椭圆 208"/>
              <p:cNvSpPr/>
              <p:nvPr>
                <p:custDataLst>
                  <p:tags r:id="rId40"/>
                </p:custDataLst>
              </p:nvPr>
            </p:nvSpPr>
            <p:spPr>
              <a:xfrm rot="13114285">
                <a:off x="2617434" y="814147"/>
                <a:ext cx="31070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0" name="椭圆 209"/>
              <p:cNvSpPr/>
              <p:nvPr>
                <p:custDataLst>
                  <p:tags r:id="rId41"/>
                </p:custDataLst>
              </p:nvPr>
            </p:nvSpPr>
            <p:spPr>
              <a:xfrm rot="14142856">
                <a:off x="2616131" y="814144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8243" name="组合 210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212" name="椭圆 211"/>
                <p:cNvSpPr/>
                <p:nvPr>
                  <p:custDataLst>
                    <p:tags r:id="rId42"/>
                  </p:custDataLst>
                </p:nvPr>
              </p:nvSpPr>
              <p:spPr>
                <a:xfrm rot="-5400000">
                  <a:off x="2616131" y="814144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椭圆 212"/>
                <p:cNvSpPr/>
                <p:nvPr>
                  <p:custDataLst>
                    <p:tags r:id="rId43"/>
                  </p:custDataLst>
                </p:nvPr>
              </p:nvSpPr>
              <p:spPr>
                <a:xfrm rot="-4371429">
                  <a:off x="2616131" y="814144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椭圆 213"/>
                <p:cNvSpPr/>
                <p:nvPr>
                  <p:custDataLst>
                    <p:tags r:id="rId44"/>
                  </p:custDataLst>
                </p:nvPr>
              </p:nvSpPr>
              <p:spPr>
                <a:xfrm rot="-257143">
                  <a:off x="2617434" y="814147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椭圆 214"/>
                <p:cNvSpPr/>
                <p:nvPr>
                  <p:custDataLst>
                    <p:tags r:id="rId45"/>
                  </p:custDataLst>
                </p:nvPr>
              </p:nvSpPr>
              <p:spPr>
                <a:xfrm rot="771428">
                  <a:off x="2617434" y="814147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椭圆 215"/>
                <p:cNvSpPr/>
                <p:nvPr>
                  <p:custDataLst>
                    <p:tags r:id="rId46"/>
                  </p:custDataLst>
                </p:nvPr>
              </p:nvSpPr>
              <p:spPr>
                <a:xfrm rot="3857142">
                  <a:off x="2616131" y="814144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椭圆 216"/>
                <p:cNvSpPr/>
                <p:nvPr>
                  <p:custDataLst>
                    <p:tags r:id="rId47"/>
                  </p:custDataLst>
                </p:nvPr>
              </p:nvSpPr>
              <p:spPr>
                <a:xfrm rot="4885714">
                  <a:off x="2616131" y="814144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椭圆 217"/>
                <p:cNvSpPr/>
                <p:nvPr>
                  <p:custDataLst>
                    <p:tags r:id="rId48"/>
                  </p:custDataLst>
                </p:nvPr>
              </p:nvSpPr>
              <p:spPr>
                <a:xfrm rot="5914286">
                  <a:off x="2616131" y="814144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椭圆 218"/>
                <p:cNvSpPr/>
                <p:nvPr>
                  <p:custDataLst>
                    <p:tags r:id="rId49"/>
                  </p:custDataLst>
                </p:nvPr>
              </p:nvSpPr>
              <p:spPr>
                <a:xfrm rot="6942857">
                  <a:off x="2616131" y="814144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椭圆 219"/>
                <p:cNvSpPr/>
                <p:nvPr>
                  <p:custDataLst>
                    <p:tags r:id="rId50"/>
                  </p:custDataLst>
                </p:nvPr>
              </p:nvSpPr>
              <p:spPr>
                <a:xfrm rot="10028571">
                  <a:off x="2617434" y="814147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椭圆 220"/>
                <p:cNvSpPr/>
                <p:nvPr>
                  <p:custDataLst>
                    <p:tags r:id="rId51"/>
                  </p:custDataLst>
                </p:nvPr>
              </p:nvSpPr>
              <p:spPr>
                <a:xfrm rot="11057142">
                  <a:off x="2617434" y="814147"/>
                  <a:ext cx="31070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椭圆 221"/>
                <p:cNvSpPr/>
                <p:nvPr>
                  <p:custDataLst>
                    <p:tags r:id="rId52"/>
                  </p:custDataLst>
                </p:nvPr>
              </p:nvSpPr>
              <p:spPr>
                <a:xfrm rot="15171427">
                  <a:off x="2616131" y="814144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8" name="组合 222"/>
          <p:cNvGrpSpPr/>
          <p:nvPr>
            <p:custDataLst>
              <p:tags r:id="rId53"/>
            </p:custDataLst>
          </p:nvPr>
        </p:nvGrpSpPr>
        <p:grpSpPr>
          <a:xfrm>
            <a:off x="667385" y="2500234"/>
            <a:ext cx="672660" cy="672660"/>
            <a:chOff x="753978" y="1996508"/>
            <a:chExt cx="647250" cy="647250"/>
          </a:xfrm>
        </p:grpSpPr>
        <p:sp>
          <p:nvSpPr>
            <p:cNvPr id="8256" name="文本框 223"/>
            <p:cNvSpPr txBox="1"/>
            <p:nvPr>
              <p:custDataLst>
                <p:tags r:id="rId54"/>
              </p:custDataLst>
            </p:nvPr>
          </p:nvSpPr>
          <p:spPr>
            <a:xfrm>
              <a:off x="909161" y="2067694"/>
              <a:ext cx="336884" cy="502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3</a:t>
              </a:r>
              <a:endPara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8257" name="组合 224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226" name="椭圆 225"/>
              <p:cNvSpPr/>
              <p:nvPr>
                <p:custDataLst>
                  <p:tags r:id="rId55"/>
                </p:custDataLst>
              </p:nvPr>
            </p:nvSpPr>
            <p:spPr>
              <a:xfrm rot="9211764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7" name="椭圆 226"/>
              <p:cNvSpPr/>
              <p:nvPr>
                <p:custDataLst>
                  <p:tags r:id="rId56"/>
                </p:custDataLst>
              </p:nvPr>
            </p:nvSpPr>
            <p:spPr>
              <a:xfrm rot="-3342857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8" name="椭圆 227"/>
              <p:cNvSpPr/>
              <p:nvPr>
                <p:custDataLst>
                  <p:tags r:id="rId57"/>
                </p:custDataLst>
              </p:nvPr>
            </p:nvSpPr>
            <p:spPr>
              <a:xfrm rot="-2314286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9" name="椭圆 228"/>
              <p:cNvSpPr/>
              <p:nvPr>
                <p:custDataLst>
                  <p:tags r:id="rId58"/>
                </p:custDataLst>
              </p:nvPr>
            </p:nvSpPr>
            <p:spPr>
              <a:xfrm rot="-1285714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0" name="椭圆 229"/>
              <p:cNvSpPr/>
              <p:nvPr>
                <p:custDataLst>
                  <p:tags r:id="rId59"/>
                </p:custDataLst>
              </p:nvPr>
            </p:nvSpPr>
            <p:spPr>
              <a:xfrm rot="1800000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1" name="椭圆 230"/>
              <p:cNvSpPr/>
              <p:nvPr>
                <p:custDataLst>
                  <p:tags r:id="rId60"/>
                </p:custDataLst>
              </p:nvPr>
            </p:nvSpPr>
            <p:spPr>
              <a:xfrm rot="2828571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2" name="椭圆 231"/>
              <p:cNvSpPr/>
              <p:nvPr>
                <p:custDataLst>
                  <p:tags r:id="rId61"/>
                </p:custDataLst>
              </p:nvPr>
            </p:nvSpPr>
            <p:spPr>
              <a:xfrm rot="7971428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3" name="椭圆 232"/>
              <p:cNvSpPr/>
              <p:nvPr>
                <p:custDataLst>
                  <p:tags r:id="rId62"/>
                </p:custDataLst>
              </p:nvPr>
            </p:nvSpPr>
            <p:spPr>
              <a:xfrm rot="9000000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4" name="椭圆 233"/>
              <p:cNvSpPr/>
              <p:nvPr>
                <p:custDataLst>
                  <p:tags r:id="rId63"/>
                </p:custDataLst>
              </p:nvPr>
            </p:nvSpPr>
            <p:spPr>
              <a:xfrm rot="12085714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5" name="椭圆 234"/>
              <p:cNvSpPr/>
              <p:nvPr>
                <p:custDataLst>
                  <p:tags r:id="rId64"/>
                </p:custDataLst>
              </p:nvPr>
            </p:nvSpPr>
            <p:spPr>
              <a:xfrm rot="13114285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6" name="椭圆 235"/>
              <p:cNvSpPr/>
              <p:nvPr>
                <p:custDataLst>
                  <p:tags r:id="rId65"/>
                </p:custDataLst>
              </p:nvPr>
            </p:nvSpPr>
            <p:spPr>
              <a:xfrm rot="14142856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8269" name="组合 236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238" name="椭圆 237"/>
                <p:cNvSpPr/>
                <p:nvPr>
                  <p:custDataLst>
                    <p:tags r:id="rId66"/>
                  </p:custDataLst>
                </p:nvPr>
              </p:nvSpPr>
              <p:spPr>
                <a:xfrm rot="-5400000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9" name="椭圆 238"/>
                <p:cNvSpPr/>
                <p:nvPr>
                  <p:custDataLst>
                    <p:tags r:id="rId67"/>
                  </p:custDataLst>
                </p:nvPr>
              </p:nvSpPr>
              <p:spPr>
                <a:xfrm rot="-4371429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0" name="椭圆 239"/>
                <p:cNvSpPr/>
                <p:nvPr>
                  <p:custDataLst>
                    <p:tags r:id="rId68"/>
                  </p:custDataLst>
                </p:nvPr>
              </p:nvSpPr>
              <p:spPr>
                <a:xfrm rot="-257143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1" name="椭圆 240"/>
                <p:cNvSpPr/>
                <p:nvPr>
                  <p:custDataLst>
                    <p:tags r:id="rId69"/>
                  </p:custDataLst>
                </p:nvPr>
              </p:nvSpPr>
              <p:spPr>
                <a:xfrm rot="771428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2" name="椭圆 241"/>
                <p:cNvSpPr/>
                <p:nvPr>
                  <p:custDataLst>
                    <p:tags r:id="rId70"/>
                  </p:custDataLst>
                </p:nvPr>
              </p:nvSpPr>
              <p:spPr>
                <a:xfrm rot="3857142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椭圆 242"/>
                <p:cNvSpPr/>
                <p:nvPr>
                  <p:custDataLst>
                    <p:tags r:id="rId71"/>
                  </p:custDataLst>
                </p:nvPr>
              </p:nvSpPr>
              <p:spPr>
                <a:xfrm rot="4885714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4" name="椭圆 243"/>
                <p:cNvSpPr/>
                <p:nvPr>
                  <p:custDataLst>
                    <p:tags r:id="rId72"/>
                  </p:custDataLst>
                </p:nvPr>
              </p:nvSpPr>
              <p:spPr>
                <a:xfrm rot="5914286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椭圆 244"/>
                <p:cNvSpPr/>
                <p:nvPr>
                  <p:custDataLst>
                    <p:tags r:id="rId73"/>
                  </p:custDataLst>
                </p:nvPr>
              </p:nvSpPr>
              <p:spPr>
                <a:xfrm rot="6942857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6" name="椭圆 245"/>
                <p:cNvSpPr/>
                <p:nvPr>
                  <p:custDataLst>
                    <p:tags r:id="rId74"/>
                  </p:custDataLst>
                </p:nvPr>
              </p:nvSpPr>
              <p:spPr>
                <a:xfrm rot="10028571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7" name="椭圆 246"/>
                <p:cNvSpPr/>
                <p:nvPr>
                  <p:custDataLst>
                    <p:tags r:id="rId75"/>
                  </p:custDataLst>
                </p:nvPr>
              </p:nvSpPr>
              <p:spPr>
                <a:xfrm rot="11057142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8" name="椭圆 247"/>
                <p:cNvSpPr/>
                <p:nvPr>
                  <p:custDataLst>
                    <p:tags r:id="rId76"/>
                  </p:custDataLst>
                </p:nvPr>
              </p:nvSpPr>
              <p:spPr>
                <a:xfrm rot="15171427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1" name="组合 248"/>
          <p:cNvGrpSpPr/>
          <p:nvPr>
            <p:custDataLst>
              <p:tags r:id="rId77"/>
            </p:custDataLst>
          </p:nvPr>
        </p:nvGrpSpPr>
        <p:grpSpPr>
          <a:xfrm>
            <a:off x="4571684" y="2538566"/>
            <a:ext cx="671011" cy="672660"/>
            <a:chOff x="753978" y="1996508"/>
            <a:chExt cx="647250" cy="647250"/>
          </a:xfrm>
        </p:grpSpPr>
        <p:sp>
          <p:nvSpPr>
            <p:cNvPr id="8282" name="文本框 249"/>
            <p:cNvSpPr txBox="1"/>
            <p:nvPr>
              <p:custDataLst>
                <p:tags r:id="rId78"/>
              </p:custDataLst>
            </p:nvPr>
          </p:nvSpPr>
          <p:spPr>
            <a:xfrm>
              <a:off x="909161" y="2067694"/>
              <a:ext cx="336884" cy="502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4</a:t>
              </a:r>
              <a:endPara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8283" name="组合 250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252" name="椭圆 251"/>
              <p:cNvSpPr/>
              <p:nvPr>
                <p:custDataLst>
                  <p:tags r:id="rId79"/>
                </p:custDataLst>
              </p:nvPr>
            </p:nvSpPr>
            <p:spPr>
              <a:xfrm rot="9211764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3" name="椭圆 252"/>
              <p:cNvSpPr/>
              <p:nvPr>
                <p:custDataLst>
                  <p:tags r:id="rId80"/>
                </p:custDataLst>
              </p:nvPr>
            </p:nvSpPr>
            <p:spPr>
              <a:xfrm rot="-3342857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4" name="椭圆 253"/>
              <p:cNvSpPr/>
              <p:nvPr>
                <p:custDataLst>
                  <p:tags r:id="rId81"/>
                </p:custDataLst>
              </p:nvPr>
            </p:nvSpPr>
            <p:spPr>
              <a:xfrm rot="-2314286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5" name="椭圆 254"/>
              <p:cNvSpPr/>
              <p:nvPr>
                <p:custDataLst>
                  <p:tags r:id="rId82"/>
                </p:custDataLst>
              </p:nvPr>
            </p:nvSpPr>
            <p:spPr>
              <a:xfrm rot="-1285714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6" name="椭圆 255"/>
              <p:cNvSpPr/>
              <p:nvPr>
                <p:custDataLst>
                  <p:tags r:id="rId83"/>
                </p:custDataLst>
              </p:nvPr>
            </p:nvSpPr>
            <p:spPr>
              <a:xfrm rot="1800000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7" name="椭圆 256"/>
              <p:cNvSpPr/>
              <p:nvPr>
                <p:custDataLst>
                  <p:tags r:id="rId84"/>
                </p:custDataLst>
              </p:nvPr>
            </p:nvSpPr>
            <p:spPr>
              <a:xfrm rot="2828571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8" name="椭圆 257"/>
              <p:cNvSpPr/>
              <p:nvPr>
                <p:custDataLst>
                  <p:tags r:id="rId85"/>
                </p:custDataLst>
              </p:nvPr>
            </p:nvSpPr>
            <p:spPr>
              <a:xfrm rot="7971428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9" name="椭圆 258"/>
              <p:cNvSpPr/>
              <p:nvPr>
                <p:custDataLst>
                  <p:tags r:id="rId86"/>
                </p:custDataLst>
              </p:nvPr>
            </p:nvSpPr>
            <p:spPr>
              <a:xfrm rot="9000000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0" name="椭圆 259"/>
              <p:cNvSpPr/>
              <p:nvPr>
                <p:custDataLst>
                  <p:tags r:id="rId87"/>
                </p:custDataLst>
              </p:nvPr>
            </p:nvSpPr>
            <p:spPr>
              <a:xfrm rot="12085714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1" name="椭圆 260"/>
              <p:cNvSpPr/>
              <p:nvPr>
                <p:custDataLst>
                  <p:tags r:id="rId88"/>
                </p:custDataLst>
              </p:nvPr>
            </p:nvSpPr>
            <p:spPr>
              <a:xfrm rot="13114285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2" name="椭圆 261"/>
              <p:cNvSpPr/>
              <p:nvPr>
                <p:custDataLst>
                  <p:tags r:id="rId89"/>
                </p:custDataLst>
              </p:nvPr>
            </p:nvSpPr>
            <p:spPr>
              <a:xfrm rot="14142856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8295" name="组合 262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264" name="椭圆 263"/>
                <p:cNvSpPr/>
                <p:nvPr>
                  <p:custDataLst>
                    <p:tags r:id="rId90"/>
                  </p:custDataLst>
                </p:nvPr>
              </p:nvSpPr>
              <p:spPr>
                <a:xfrm rot="-5400000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5" name="椭圆 264"/>
                <p:cNvSpPr/>
                <p:nvPr>
                  <p:custDataLst>
                    <p:tags r:id="rId91"/>
                  </p:custDataLst>
                </p:nvPr>
              </p:nvSpPr>
              <p:spPr>
                <a:xfrm rot="-4371429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6" name="椭圆 265"/>
                <p:cNvSpPr/>
                <p:nvPr>
                  <p:custDataLst>
                    <p:tags r:id="rId92"/>
                  </p:custDataLst>
                </p:nvPr>
              </p:nvSpPr>
              <p:spPr>
                <a:xfrm rot="-257143">
                  <a:off x="2617435" y="814147"/>
                  <a:ext cx="3107065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7" name="椭圆 266"/>
                <p:cNvSpPr/>
                <p:nvPr>
                  <p:custDataLst>
                    <p:tags r:id="rId93"/>
                  </p:custDataLst>
                </p:nvPr>
              </p:nvSpPr>
              <p:spPr>
                <a:xfrm rot="771428">
                  <a:off x="2617435" y="814147"/>
                  <a:ext cx="3107065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8" name="椭圆 267"/>
                <p:cNvSpPr/>
                <p:nvPr>
                  <p:custDataLst>
                    <p:tags r:id="rId94"/>
                  </p:custDataLst>
                </p:nvPr>
              </p:nvSpPr>
              <p:spPr>
                <a:xfrm rot="3857142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椭圆 268"/>
                <p:cNvSpPr/>
                <p:nvPr>
                  <p:custDataLst>
                    <p:tags r:id="rId95"/>
                  </p:custDataLst>
                </p:nvPr>
              </p:nvSpPr>
              <p:spPr>
                <a:xfrm rot="4885714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椭圆 269"/>
                <p:cNvSpPr/>
                <p:nvPr>
                  <p:custDataLst>
                    <p:tags r:id="rId96"/>
                  </p:custDataLst>
                </p:nvPr>
              </p:nvSpPr>
              <p:spPr>
                <a:xfrm rot="5914286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1" name="椭圆 270"/>
                <p:cNvSpPr/>
                <p:nvPr>
                  <p:custDataLst>
                    <p:tags r:id="rId97"/>
                  </p:custDataLst>
                </p:nvPr>
              </p:nvSpPr>
              <p:spPr>
                <a:xfrm rot="6942857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2" name="椭圆 271"/>
                <p:cNvSpPr/>
                <p:nvPr>
                  <p:custDataLst>
                    <p:tags r:id="rId98"/>
                  </p:custDataLst>
                </p:nvPr>
              </p:nvSpPr>
              <p:spPr>
                <a:xfrm rot="10028571">
                  <a:off x="2617435" y="814147"/>
                  <a:ext cx="3107065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3" name="椭圆 272"/>
                <p:cNvSpPr/>
                <p:nvPr>
                  <p:custDataLst>
                    <p:tags r:id="rId99"/>
                  </p:custDataLst>
                </p:nvPr>
              </p:nvSpPr>
              <p:spPr>
                <a:xfrm rot="11057142">
                  <a:off x="2617435" y="814147"/>
                  <a:ext cx="3107065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4" name="椭圆 273"/>
                <p:cNvSpPr/>
                <p:nvPr>
                  <p:custDataLst>
                    <p:tags r:id="rId100"/>
                  </p:custDataLst>
                </p:nvPr>
              </p:nvSpPr>
              <p:spPr>
                <a:xfrm rot="15171427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4" name="矩形 169"/>
          <p:cNvSpPr/>
          <p:nvPr>
            <p:custDataLst>
              <p:tags r:id="rId101"/>
            </p:custDataLst>
          </p:nvPr>
        </p:nvSpPr>
        <p:spPr>
          <a:xfrm>
            <a:off x="5535406" y="2497835"/>
            <a:ext cx="191906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Les buts de tailwind css</a:t>
            </a:r>
            <a:endParaRPr kumimoji="0" lang="fr-FR" altLang="zh-CN" sz="2000" b="1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34" name="组合 248"/>
          <p:cNvGrpSpPr/>
          <p:nvPr>
            <p:custDataLst>
              <p:tags r:id="rId102"/>
            </p:custDataLst>
          </p:nvPr>
        </p:nvGrpSpPr>
        <p:grpSpPr>
          <a:xfrm>
            <a:off x="653099" y="3941281"/>
            <a:ext cx="671011" cy="672660"/>
            <a:chOff x="753978" y="1996508"/>
            <a:chExt cx="647250" cy="647250"/>
          </a:xfrm>
        </p:grpSpPr>
        <p:sp>
          <p:nvSpPr>
            <p:cNvPr id="35" name="文本框 249"/>
            <p:cNvSpPr txBox="1"/>
            <p:nvPr>
              <p:custDataLst>
                <p:tags r:id="rId103"/>
              </p:custDataLst>
            </p:nvPr>
          </p:nvSpPr>
          <p:spPr>
            <a:xfrm>
              <a:off x="909161" y="2067694"/>
              <a:ext cx="336884" cy="502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fr-FR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5</a:t>
              </a:r>
              <a:endParaRPr lang="fr-FR" altLang="zh-CN" sz="28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36" name="组合 250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37" name="椭圆 251"/>
              <p:cNvSpPr/>
              <p:nvPr>
                <p:custDataLst>
                  <p:tags r:id="rId104"/>
                </p:custDataLst>
              </p:nvPr>
            </p:nvSpPr>
            <p:spPr>
              <a:xfrm rot="9211764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椭圆 252"/>
              <p:cNvSpPr/>
              <p:nvPr>
                <p:custDataLst>
                  <p:tags r:id="rId105"/>
                </p:custDataLst>
              </p:nvPr>
            </p:nvSpPr>
            <p:spPr>
              <a:xfrm rot="-3342857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椭圆 253"/>
              <p:cNvSpPr/>
              <p:nvPr>
                <p:custDataLst>
                  <p:tags r:id="rId106"/>
                </p:custDataLst>
              </p:nvPr>
            </p:nvSpPr>
            <p:spPr>
              <a:xfrm rot="-2314286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椭圆 254"/>
              <p:cNvSpPr/>
              <p:nvPr>
                <p:custDataLst>
                  <p:tags r:id="rId107"/>
                </p:custDataLst>
              </p:nvPr>
            </p:nvSpPr>
            <p:spPr>
              <a:xfrm rot="-1285714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椭圆 255"/>
              <p:cNvSpPr/>
              <p:nvPr>
                <p:custDataLst>
                  <p:tags r:id="rId108"/>
                </p:custDataLst>
              </p:nvPr>
            </p:nvSpPr>
            <p:spPr>
              <a:xfrm rot="1800000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椭圆 256"/>
              <p:cNvSpPr/>
              <p:nvPr>
                <p:custDataLst>
                  <p:tags r:id="rId109"/>
                </p:custDataLst>
              </p:nvPr>
            </p:nvSpPr>
            <p:spPr>
              <a:xfrm rot="2828571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椭圆 257"/>
              <p:cNvSpPr/>
              <p:nvPr>
                <p:custDataLst>
                  <p:tags r:id="rId110"/>
                </p:custDataLst>
              </p:nvPr>
            </p:nvSpPr>
            <p:spPr>
              <a:xfrm rot="7971428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椭圆 258"/>
              <p:cNvSpPr/>
              <p:nvPr>
                <p:custDataLst>
                  <p:tags r:id="rId111"/>
                </p:custDataLst>
              </p:nvPr>
            </p:nvSpPr>
            <p:spPr>
              <a:xfrm rot="9000000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椭圆 259"/>
              <p:cNvSpPr/>
              <p:nvPr>
                <p:custDataLst>
                  <p:tags r:id="rId112"/>
                </p:custDataLst>
              </p:nvPr>
            </p:nvSpPr>
            <p:spPr>
              <a:xfrm rot="12085714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椭圆 260"/>
              <p:cNvSpPr/>
              <p:nvPr>
                <p:custDataLst>
                  <p:tags r:id="rId113"/>
                </p:custDataLst>
              </p:nvPr>
            </p:nvSpPr>
            <p:spPr>
              <a:xfrm rot="13114285">
                <a:off x="2617435" y="814147"/>
                <a:ext cx="3107065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椭圆 261"/>
              <p:cNvSpPr/>
              <p:nvPr>
                <p:custDataLst>
                  <p:tags r:id="rId114"/>
                </p:custDataLst>
              </p:nvPr>
            </p:nvSpPr>
            <p:spPr>
              <a:xfrm rot="14142856">
                <a:off x="2616128" y="814147"/>
                <a:ext cx="3109680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48" name="组合 262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49" name="椭圆 263"/>
                <p:cNvSpPr/>
                <p:nvPr>
                  <p:custDataLst>
                    <p:tags r:id="rId115"/>
                  </p:custDataLst>
                </p:nvPr>
              </p:nvSpPr>
              <p:spPr>
                <a:xfrm rot="-5400000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椭圆 264"/>
                <p:cNvSpPr/>
                <p:nvPr>
                  <p:custDataLst>
                    <p:tags r:id="rId116"/>
                  </p:custDataLst>
                </p:nvPr>
              </p:nvSpPr>
              <p:spPr>
                <a:xfrm rot="-4371429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椭圆 265"/>
                <p:cNvSpPr/>
                <p:nvPr>
                  <p:custDataLst>
                    <p:tags r:id="rId117"/>
                  </p:custDataLst>
                </p:nvPr>
              </p:nvSpPr>
              <p:spPr>
                <a:xfrm rot="-257143">
                  <a:off x="2617435" y="814147"/>
                  <a:ext cx="3107065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椭圆 266"/>
                <p:cNvSpPr/>
                <p:nvPr>
                  <p:custDataLst>
                    <p:tags r:id="rId118"/>
                  </p:custDataLst>
                </p:nvPr>
              </p:nvSpPr>
              <p:spPr>
                <a:xfrm rot="771428">
                  <a:off x="2617435" y="814147"/>
                  <a:ext cx="3107065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椭圆 267"/>
                <p:cNvSpPr/>
                <p:nvPr>
                  <p:custDataLst>
                    <p:tags r:id="rId119"/>
                  </p:custDataLst>
                </p:nvPr>
              </p:nvSpPr>
              <p:spPr>
                <a:xfrm rot="3857142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椭圆 268"/>
                <p:cNvSpPr/>
                <p:nvPr>
                  <p:custDataLst>
                    <p:tags r:id="rId120"/>
                  </p:custDataLst>
                </p:nvPr>
              </p:nvSpPr>
              <p:spPr>
                <a:xfrm rot="4885714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椭圆 269"/>
                <p:cNvSpPr/>
                <p:nvPr>
                  <p:custDataLst>
                    <p:tags r:id="rId121"/>
                  </p:custDataLst>
                </p:nvPr>
              </p:nvSpPr>
              <p:spPr>
                <a:xfrm rot="5914286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椭圆 270"/>
                <p:cNvSpPr/>
                <p:nvPr>
                  <p:custDataLst>
                    <p:tags r:id="rId122"/>
                  </p:custDataLst>
                </p:nvPr>
              </p:nvSpPr>
              <p:spPr>
                <a:xfrm rot="6942857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椭圆 271"/>
                <p:cNvSpPr/>
                <p:nvPr>
                  <p:custDataLst>
                    <p:tags r:id="rId123"/>
                  </p:custDataLst>
                </p:nvPr>
              </p:nvSpPr>
              <p:spPr>
                <a:xfrm rot="10028571">
                  <a:off x="2617435" y="814147"/>
                  <a:ext cx="3107065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椭圆 272"/>
                <p:cNvSpPr/>
                <p:nvPr>
                  <p:custDataLst>
                    <p:tags r:id="rId124"/>
                  </p:custDataLst>
                </p:nvPr>
              </p:nvSpPr>
              <p:spPr>
                <a:xfrm rot="11057142">
                  <a:off x="2617435" y="814147"/>
                  <a:ext cx="3107065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椭圆 273"/>
                <p:cNvSpPr/>
                <p:nvPr>
                  <p:custDataLst>
                    <p:tags r:id="rId125"/>
                  </p:custDataLst>
                </p:nvPr>
              </p:nvSpPr>
              <p:spPr>
                <a:xfrm rot="15171427">
                  <a:off x="2616128" y="814147"/>
                  <a:ext cx="3109680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/>
      <p:bldP spid="158" grpId="0"/>
      <p:bldP spid="162" grpId="0"/>
      <p:bldP spid="166" grpId="0"/>
      <p:bldP spid="170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extBox 61"/>
          <p:cNvSpPr txBox="1"/>
          <p:nvPr/>
        </p:nvSpPr>
        <p:spPr>
          <a:xfrm>
            <a:off x="3563938" y="2427288"/>
            <a:ext cx="4402137" cy="276860"/>
          </a:xfrm>
          <a:prstGeom prst="rect">
            <a:avLst/>
          </a:prstGeom>
          <a:noFill/>
          <a:ln w="9525">
            <a:noFill/>
          </a:ln>
        </p:spPr>
        <p:txBody>
          <a:bodyPr lIns="57934" tIns="28967" rIns="57934" bIns="28967" anchor="t">
            <a:spAutoFit/>
          </a:bodyPr>
          <a:p>
            <a:pPr eaLnBrk="0" hangingPunct="0">
              <a:lnSpc>
                <a:spcPct val="130000"/>
              </a:lnSpc>
            </a:pPr>
            <a:endParaRPr lang="zh-CN" altLang="en-US" sz="11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2" name="组合 11"/>
          <p:cNvGrpSpPr/>
          <p:nvPr/>
        </p:nvGrpSpPr>
        <p:grpSpPr>
          <a:xfrm>
            <a:off x="2176463" y="1838325"/>
            <a:ext cx="1152525" cy="1154113"/>
            <a:chOff x="753978" y="1996508"/>
            <a:chExt cx="647250" cy="647250"/>
          </a:xfrm>
        </p:grpSpPr>
        <p:sp>
          <p:nvSpPr>
            <p:cNvPr id="9220" name="文本框 12"/>
            <p:cNvSpPr txBox="1"/>
            <p:nvPr/>
          </p:nvSpPr>
          <p:spPr>
            <a:xfrm>
              <a:off x="896441" y="2067694"/>
              <a:ext cx="336884" cy="5183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sz="54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1</a:t>
              </a:r>
              <a:endParaRPr lang="zh-CN" altLang="en-US" sz="5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9221" name="组合 13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15" name="椭圆 14"/>
              <p:cNvSpPr/>
              <p:nvPr/>
            </p:nvSpPr>
            <p:spPr>
              <a:xfrm rot="921176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 rot="-3342857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 rot="-2314286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 rot="-12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 rot="18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 rot="2828571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 rot="7971428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 rot="90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 rot="120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 rot="13114285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 rot="14142856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9233" name="组合 32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34" name="椭圆 33"/>
                <p:cNvSpPr/>
                <p:nvPr/>
              </p:nvSpPr>
              <p:spPr>
                <a:xfrm rot="-5400000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 rot="-4371429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 rot="-257143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 rot="771428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 rot="3857142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椭圆 38"/>
                <p:cNvSpPr/>
                <p:nvPr/>
              </p:nvSpPr>
              <p:spPr>
                <a:xfrm rot="4885714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 rot="5914286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 rot="694285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 rot="10028571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椭圆 42"/>
                <p:cNvSpPr/>
                <p:nvPr/>
              </p:nvSpPr>
              <p:spPr>
                <a:xfrm rot="11057142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椭圆 43"/>
                <p:cNvSpPr/>
                <p:nvPr/>
              </p:nvSpPr>
              <p:spPr>
                <a:xfrm rot="1517142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3" name="Zone de texte 2"/>
          <p:cNvSpPr txBox="1"/>
          <p:nvPr/>
        </p:nvSpPr>
        <p:spPr>
          <a:xfrm>
            <a:off x="3563620" y="1866265"/>
            <a:ext cx="3048000" cy="1156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fr-FR" altLang="en-US" sz="3600" b="1" i="1">
                <a:solidFill>
                  <a:srgbClr val="FFC000"/>
                </a:solidFill>
              </a:rPr>
              <a:t>Définition et avantage :</a:t>
            </a:r>
            <a:endParaRPr lang="fr-FR" altLang="en-US" b="1" i="1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/>
        </p:nvSpPr>
        <p:spPr>
          <a:xfrm>
            <a:off x="827088" y="339725"/>
            <a:ext cx="1882775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/>
            <a:r>
              <a:rPr lang="fr-FR" altLang="zh-CN" sz="2000" b="1" i="1" u="sng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Définition </a:t>
            </a:r>
            <a:r>
              <a:rPr lang="fr-FR" altLang="zh-CN" sz="2000" i="1" u="sng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:</a:t>
            </a:r>
            <a:endParaRPr lang="fr-FR" altLang="zh-CN" sz="2000" i="1" u="sng" dirty="0">
              <a:solidFill>
                <a:srgbClr val="C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8" name="组合 57"/>
          <p:cNvGrpSpPr>
            <a:grpSpLocks noChangeAspect="1"/>
          </p:cNvGrpSpPr>
          <p:nvPr/>
        </p:nvGrpSpPr>
        <p:grpSpPr>
          <a:xfrm>
            <a:off x="323850" y="323850"/>
            <a:ext cx="431800" cy="431800"/>
            <a:chOff x="753978" y="1996508"/>
            <a:chExt cx="647250" cy="647250"/>
          </a:xfrm>
        </p:grpSpPr>
        <p:sp>
          <p:nvSpPr>
            <p:cNvPr id="11283" name="文本框 58"/>
            <p:cNvSpPr txBox="1"/>
            <p:nvPr/>
          </p:nvSpPr>
          <p:spPr>
            <a:xfrm>
              <a:off x="896440" y="2050031"/>
              <a:ext cx="336885" cy="5533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11284" name="组合 59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61" name="椭圆 60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6" name="椭圆 65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7" name="椭圆 66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8" name="椭圆 67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9" name="椭圆 68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0" name="椭圆 69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1" name="椭圆 70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11296" name="组合 71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73" name="椭圆 72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椭圆 74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76" name="椭圆 75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椭圆 78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椭圆 79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椭圆 80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椭圆 81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椭圆 82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9" name="Zone de texte 8"/>
          <p:cNvSpPr txBox="1"/>
          <p:nvPr/>
        </p:nvSpPr>
        <p:spPr>
          <a:xfrm>
            <a:off x="419100" y="1059180"/>
            <a:ext cx="8106410" cy="1454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fr-FR" sz="1800">
                <a:solidFill>
                  <a:schemeClr val="bg1"/>
                </a:solidFill>
              </a:rPr>
              <a:t>C ’est un framework css utilitaire .Il fournit de classes simples et pr</a:t>
            </a:r>
            <a:r>
              <a:rPr lang="en-US" altLang="en-US" sz="1800">
                <a:solidFill>
                  <a:schemeClr val="bg1"/>
                </a:solidFill>
              </a:rPr>
              <a:t>é</a:t>
            </a:r>
            <a:r>
              <a:rPr lang="en-US" altLang="fr-FR" sz="1800">
                <a:solidFill>
                  <a:schemeClr val="bg1"/>
                </a:solidFill>
              </a:rPr>
              <a:t>-definies (comme flex ,p-4 ,bg-blue-500)qui permettent de cr</a:t>
            </a:r>
            <a:r>
              <a:rPr lang="en-US" altLang="en-US" sz="1800">
                <a:solidFill>
                  <a:schemeClr val="bg1"/>
                </a:solidFill>
              </a:rPr>
              <a:t>é</a:t>
            </a:r>
            <a:r>
              <a:rPr lang="en-US" altLang="fr-FR" sz="1800">
                <a:solidFill>
                  <a:schemeClr val="bg1"/>
                </a:solidFill>
              </a:rPr>
              <a:t>er des interfaces directement dans le HTML sans </a:t>
            </a:r>
            <a:r>
              <a:rPr lang="en-US" altLang="en-US" sz="1800">
                <a:solidFill>
                  <a:schemeClr val="bg1"/>
                </a:solidFill>
              </a:rPr>
              <a:t>é</a:t>
            </a:r>
            <a:r>
              <a:rPr lang="en-US" altLang="fr-FR" sz="1800">
                <a:solidFill>
                  <a:schemeClr val="bg1"/>
                </a:solidFill>
              </a:rPr>
              <a:t>crire de Css personalis</a:t>
            </a:r>
            <a:r>
              <a:rPr lang="en-US" altLang="en-US" sz="1800">
                <a:solidFill>
                  <a:schemeClr val="bg1"/>
                </a:solidFill>
              </a:rPr>
              <a:t>é</a:t>
            </a:r>
            <a:r>
              <a:rPr lang="en-US" altLang="fr-FR" sz="1800">
                <a:solidFill>
                  <a:schemeClr val="bg1"/>
                </a:solidFill>
              </a:rPr>
              <a:t> .</a:t>
            </a:r>
            <a:endParaRPr lang="en-US" altLang="fr-FR" sz="1800">
              <a:solidFill>
                <a:schemeClr val="bg1"/>
              </a:solidFill>
            </a:endParaRPr>
          </a:p>
          <a:p>
            <a:r>
              <a:rPr lang="en-US" altLang="fr-FR" sz="1800">
                <a:solidFill>
                  <a:schemeClr val="bg1"/>
                </a:solidFill>
              </a:rPr>
              <a:t>Contrairement boostrap ,tailwind n’impose aucun style : il aide à construire design sur mesure </a:t>
            </a:r>
            <a:endParaRPr lang="en-US" altLang="fr-FR" sz="1800">
              <a:solidFill>
                <a:schemeClr val="bg1"/>
              </a:solidFill>
            </a:endParaRPr>
          </a:p>
          <a:p>
            <a:endParaRPr lang="en-US" altLang="fr-FR" sz="1600"/>
          </a:p>
        </p:txBody>
      </p:sp>
      <p:sp>
        <p:nvSpPr>
          <p:cNvPr id="13" name="Zone de texte 12"/>
          <p:cNvSpPr txBox="1"/>
          <p:nvPr/>
        </p:nvSpPr>
        <p:spPr>
          <a:xfrm>
            <a:off x="395605" y="3201035"/>
            <a:ext cx="70986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fr-FR">
                <a:solidFill>
                  <a:schemeClr val="bg1"/>
                </a:solidFill>
                <a:sym typeface="+mn-ea"/>
              </a:rPr>
              <a:t>-Rapide à utiliser 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-Flexible et tr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è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s personalisable 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-flexible et tr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è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s personnalisable 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-design responsive simple 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-coh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é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rent grace à ses echelles int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é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gr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é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es ( couleur ,marges ,tailles)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-moderne et largement utilis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é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s </a:t>
            </a:r>
            <a:endParaRPr lang="en-US" altLang="fr-FR"/>
          </a:p>
          <a:p>
            <a:endParaRPr lang="fr-FR" altLang="en-US"/>
          </a:p>
          <a:p>
            <a:endParaRPr lang="fr-FR" altLang="en-US"/>
          </a:p>
        </p:txBody>
      </p:sp>
      <p:sp>
        <p:nvSpPr>
          <p:cNvPr id="16" name="Zone de texte 15"/>
          <p:cNvSpPr txBox="1"/>
          <p:nvPr/>
        </p:nvSpPr>
        <p:spPr>
          <a:xfrm>
            <a:off x="828040" y="2693670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0" hangingPunct="0"/>
            <a:r>
              <a:rPr lang="fr-FR" altLang="zh-CN" sz="2000" b="1" i="1" u="sng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Avantages :</a:t>
            </a:r>
            <a:endParaRPr lang="fr-FR" altLang="zh-CN" sz="2000" b="1" i="1" u="sng" dirty="0">
              <a:solidFill>
                <a:srgbClr val="C00000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grpSp>
        <p:nvGrpSpPr>
          <p:cNvPr id="17" name="组合 57"/>
          <p:cNvGrpSpPr>
            <a:grpSpLocks noChangeAspect="1"/>
          </p:cNvGrpSpPr>
          <p:nvPr/>
        </p:nvGrpSpPr>
        <p:grpSpPr>
          <a:xfrm>
            <a:off x="357505" y="2644775"/>
            <a:ext cx="431800" cy="431800"/>
            <a:chOff x="753978" y="1996508"/>
            <a:chExt cx="647250" cy="647250"/>
          </a:xfrm>
        </p:grpSpPr>
        <p:sp>
          <p:nvSpPr>
            <p:cNvPr id="18" name="文本框 58"/>
            <p:cNvSpPr txBox="1"/>
            <p:nvPr/>
          </p:nvSpPr>
          <p:spPr>
            <a:xfrm>
              <a:off x="896440" y="2050031"/>
              <a:ext cx="336885" cy="5533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19" name="组合 59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20" name="椭圆 60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椭圆 61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椭圆 62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椭圆 63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椭圆 64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椭圆 65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椭圆 66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椭圆 67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椭圆 68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9" name="椭圆 69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" name="椭圆 70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51" name="组合 71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52" name="椭圆 72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椭圆 73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椭圆 74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椭圆 75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椭圆 76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椭圆 77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椭圆 78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椭圆 79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椭圆 80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椭圆 81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椭圆 82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  <p:bldLst>
      <p:bldP spid="16" grpId="1"/>
      <p:bldP spid="5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3491865" y="1879600"/>
            <a:ext cx="5335270" cy="114363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fr-FR" sz="28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COMMENT L' UTILISER SANS </a:t>
            </a:r>
            <a:endParaRPr kumimoji="0" lang="en-US" altLang="fr-FR" sz="2800" b="1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fr-FR" sz="28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fr-FR" sz="2800" b="1" i="1" kern="1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BIBLIOTHEQUE</a:t>
            </a:r>
            <a:r>
              <a:rPr lang="fr-FR" altLang="en-US" sz="2800" b="1" i="1" kern="1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:</a:t>
            </a:r>
            <a:endParaRPr kumimoji="0" lang="fr-FR" altLang="en-US" sz="2800" b="1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2" name="组合 11"/>
          <p:cNvGrpSpPr/>
          <p:nvPr/>
        </p:nvGrpSpPr>
        <p:grpSpPr>
          <a:xfrm>
            <a:off x="2176463" y="1838325"/>
            <a:ext cx="1152525" cy="1154113"/>
            <a:chOff x="753978" y="1996508"/>
            <a:chExt cx="647250" cy="647250"/>
          </a:xfrm>
        </p:grpSpPr>
        <p:sp>
          <p:nvSpPr>
            <p:cNvPr id="19460" name="文本框 12"/>
            <p:cNvSpPr txBox="1"/>
            <p:nvPr/>
          </p:nvSpPr>
          <p:spPr>
            <a:xfrm>
              <a:off x="896441" y="2067694"/>
              <a:ext cx="336884" cy="5183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sz="54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2</a:t>
              </a:r>
              <a:endParaRPr lang="zh-CN" altLang="en-US" sz="5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19461" name="组合 13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15" name="椭圆 14"/>
              <p:cNvSpPr/>
              <p:nvPr/>
            </p:nvSpPr>
            <p:spPr>
              <a:xfrm rot="921176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 rot="-3342857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 rot="-2314286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 rot="-12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 rot="18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 rot="2828571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 rot="7971428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 rot="90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 rot="120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 rot="13114285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 rot="14142856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19473" name="组合 32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34" name="椭圆 33"/>
                <p:cNvSpPr/>
                <p:nvPr/>
              </p:nvSpPr>
              <p:spPr>
                <a:xfrm rot="-5400000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 rot="-4371429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 rot="-257143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 rot="771428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 rot="3857142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椭圆 38"/>
                <p:cNvSpPr/>
                <p:nvPr/>
              </p:nvSpPr>
              <p:spPr>
                <a:xfrm rot="4885714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 rot="5914286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 rot="694285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 rot="10028571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椭圆 42"/>
                <p:cNvSpPr/>
                <p:nvPr/>
              </p:nvSpPr>
              <p:spPr>
                <a:xfrm rot="11057142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椭圆 43"/>
                <p:cNvSpPr/>
                <p:nvPr/>
              </p:nvSpPr>
              <p:spPr>
                <a:xfrm rot="1517142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文本框 35"/>
          <p:cNvSpPr txBox="1"/>
          <p:nvPr/>
        </p:nvSpPr>
        <p:spPr>
          <a:xfrm>
            <a:off x="777240" y="339090"/>
            <a:ext cx="8146415" cy="701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fr-FR" altLang="en-US" sz="2000" b="1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fr-FR" sz="2000" b="1" i="1" u="sng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COMMENT L' UTILISER SANS</a:t>
            </a:r>
            <a:r>
              <a:rPr lang="fr-FR" altLang="en-US" sz="2000" b="1" i="1" u="sng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fr-FR" sz="2000" b="1" i="1" u="sng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BIBLIOTHEQUE</a:t>
            </a:r>
            <a:r>
              <a:rPr lang="fr-FR" altLang="en-US" sz="2000" b="1" i="1" u="sng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:</a:t>
            </a:r>
            <a:r>
              <a:rPr lang="en-US" altLang="fr-FR" sz="2000" b="1" i="1" u="sng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kumimoji="0" lang="en-US" altLang="fr-FR" sz="1600" b="1" i="1" u="sng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fr-FR" sz="1600" b="1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kumimoji="0" lang="en-US" altLang="fr-FR" sz="1600" b="1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fr-FR" sz="1600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 </a:t>
            </a:r>
            <a:endParaRPr kumimoji="0" lang="en-US" altLang="fr-FR" sz="2000" b="0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eaLnBrk="0" hangingPunct="0"/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2" name="组合 36"/>
          <p:cNvGrpSpPr>
            <a:grpSpLocks noChangeAspect="1"/>
          </p:cNvGrpSpPr>
          <p:nvPr/>
        </p:nvGrpSpPr>
        <p:grpSpPr>
          <a:xfrm>
            <a:off x="323850" y="323850"/>
            <a:ext cx="431800" cy="431800"/>
            <a:chOff x="753978" y="1996508"/>
            <a:chExt cx="647250" cy="647250"/>
          </a:xfrm>
        </p:grpSpPr>
        <p:sp>
          <p:nvSpPr>
            <p:cNvPr id="21522" name="文本框 37"/>
            <p:cNvSpPr txBox="1"/>
            <p:nvPr/>
          </p:nvSpPr>
          <p:spPr>
            <a:xfrm>
              <a:off x="896440" y="2050031"/>
              <a:ext cx="336885" cy="5533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21523" name="组合 38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47" name="椭圆 46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9" name="椭圆 48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21535" name="组合 57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59" name="椭圆 58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1" name="椭圆 60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椭圆 64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椭圆 68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3" name="Zone de texte 2"/>
          <p:cNvSpPr txBox="1"/>
          <p:nvPr/>
        </p:nvSpPr>
        <p:spPr>
          <a:xfrm>
            <a:off x="611505" y="843280"/>
            <a:ext cx="7753985" cy="4202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fr-FR">
                <a:solidFill>
                  <a:schemeClr val="bg1"/>
                </a:solidFill>
              </a:rPr>
              <a:t>Tailwind CSS facilite la cr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ation d ’interfaces modernes a ses graces utilitaires . M</a:t>
            </a:r>
            <a:r>
              <a:rPr lang="en-US" altLang="en-US">
                <a:solidFill>
                  <a:schemeClr val="bg1"/>
                </a:solidFill>
              </a:rPr>
              <a:t>ê</a:t>
            </a:r>
            <a:r>
              <a:rPr lang="en-US" altLang="fr-FR">
                <a:solidFill>
                  <a:schemeClr val="bg1"/>
                </a:solidFill>
              </a:rPr>
              <a:t>me sans biblioth</a:t>
            </a:r>
            <a:r>
              <a:rPr lang="en-US" altLang="en-US">
                <a:solidFill>
                  <a:schemeClr val="bg1"/>
                </a:solidFill>
              </a:rPr>
              <a:t>è</a:t>
            </a:r>
            <a:r>
              <a:rPr lang="en-US" altLang="fr-FR">
                <a:solidFill>
                  <a:schemeClr val="bg1"/>
                </a:solidFill>
              </a:rPr>
              <a:t>ques ni outils de d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veloppement , il peut </a:t>
            </a:r>
            <a:r>
              <a:rPr lang="en-US" altLang="en-US">
                <a:solidFill>
                  <a:schemeClr val="bg1"/>
                </a:solidFill>
              </a:rPr>
              <a:t>ê</a:t>
            </a:r>
            <a:r>
              <a:rPr lang="en-US" altLang="fr-FR">
                <a:solidFill>
                  <a:schemeClr val="bg1"/>
                </a:solidFill>
              </a:rPr>
              <a:t>tre utilis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 facilement via un CDN ou un fichier Css pr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compil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Il est possible d’utiliser Tailwind sans installer node ou npm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1. Via CDN(la plus simple )</a:t>
            </a:r>
            <a:endParaRPr lang="en-US" altLang="fr-FR">
              <a:solidFill>
                <a:schemeClr val="bg1"/>
              </a:solidFill>
            </a:endParaRPr>
          </a:p>
          <a:p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Ajouter script dans le </a:t>
            </a:r>
            <a:r>
              <a:rPr lang="en-US" altLang="fr-FR">
                <a:solidFill>
                  <a:srgbClr val="FF0000"/>
                </a:solidFill>
              </a:rPr>
              <a:t>&lt;head&gt;</a:t>
            </a:r>
            <a:r>
              <a:rPr lang="en-US" altLang="fr-FR">
                <a:solidFill>
                  <a:schemeClr val="bg1"/>
                </a:solidFill>
              </a:rPr>
              <a:t>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Html</a:t>
            </a:r>
            <a:r>
              <a:rPr lang="fr-FR" altLang="en-US">
                <a:solidFill>
                  <a:schemeClr val="bg1"/>
                </a:solidFill>
              </a:rPr>
              <a:t> 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rgbClr val="AF8749"/>
                </a:solidFill>
              </a:rPr>
              <a:t>&lt;script src=‘https ://cdn.tailwindcss.com’&lt;/script&gt;</a:t>
            </a:r>
            <a:endParaRPr lang="en-US" altLang="fr-FR">
              <a:solidFill>
                <a:srgbClr val="AF8749"/>
              </a:solidFill>
            </a:endParaRPr>
          </a:p>
          <a:p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2. Via un fichier pr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-compil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T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l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charger Tailwind(Version css pr</a:t>
            </a:r>
            <a:r>
              <a:rPr lang="en-US" altLang="en-US">
                <a:solidFill>
                  <a:schemeClr val="bg1"/>
                </a:solidFill>
              </a:rPr>
              <a:t>è</a:t>
            </a:r>
            <a:r>
              <a:rPr lang="en-US" altLang="fr-FR">
                <a:solidFill>
                  <a:schemeClr val="bg1"/>
                </a:solidFill>
              </a:rPr>
              <a:t>te a l’emploi et l’inclure 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Html </a:t>
            </a:r>
            <a:r>
              <a:rPr lang="fr-FR" altLang="en-US">
                <a:solidFill>
                  <a:schemeClr val="bg1"/>
                </a:solidFill>
              </a:rPr>
              <a:t>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rgbClr val="AF8749"/>
                </a:solidFill>
              </a:rPr>
              <a:t>&lt;link rel=</a:t>
            </a:r>
            <a:r>
              <a:rPr lang="en-US" altLang="en-US">
                <a:solidFill>
                  <a:srgbClr val="AF8749"/>
                </a:solidFill>
              </a:rPr>
              <a:t>«</a:t>
            </a:r>
            <a:r>
              <a:rPr lang="en-US" altLang="fr-FR">
                <a:solidFill>
                  <a:srgbClr val="AF8749"/>
                </a:solidFill>
              </a:rPr>
              <a:t> ’stylesheet ’href =‘tailwind.css’&gt;</a:t>
            </a:r>
            <a:endParaRPr lang="en-US" altLang="fr-FR">
              <a:solidFill>
                <a:srgbClr val="AF8749"/>
              </a:solidFill>
            </a:endParaRPr>
          </a:p>
          <a:p>
            <a:endParaRPr lang="en-US" altLang="fr-FR">
              <a:solidFill>
                <a:srgbClr val="AF8749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3546475" y="1995805"/>
            <a:ext cx="5060950" cy="124587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fr-FR" sz="28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LES BASES</a:t>
            </a:r>
            <a:r>
              <a:rPr kumimoji="0" lang="fr-FR" altLang="en-US" sz="28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fr-FR" sz="2800" b="1" i="1" kern="1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A APPRENDRE </a:t>
            </a:r>
            <a:endParaRPr kumimoji="0" lang="en-US" altLang="fr-FR" sz="2800" b="1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fr-FR" sz="2800" b="1" i="1" kern="1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POUR LE MAITRISER</a:t>
            </a:r>
            <a:r>
              <a:rPr lang="fr-FR" altLang="en-US" sz="2800" b="1" i="1" kern="1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:</a:t>
            </a:r>
            <a:endParaRPr lang="en-US" altLang="fr-FR" sz="2800" b="1" i="1" kern="1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fr-FR" sz="2800" b="1" i="1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 </a:t>
            </a:r>
            <a:endParaRPr kumimoji="0" lang="en-US" altLang="fr-FR" sz="2800" b="1" i="1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fr-FR" sz="2800" b="1" i="1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2" name="组合 11"/>
          <p:cNvGrpSpPr/>
          <p:nvPr/>
        </p:nvGrpSpPr>
        <p:grpSpPr>
          <a:xfrm>
            <a:off x="2176463" y="1838325"/>
            <a:ext cx="1152525" cy="1154113"/>
            <a:chOff x="753978" y="1996508"/>
            <a:chExt cx="647250" cy="647250"/>
          </a:xfrm>
        </p:grpSpPr>
        <p:sp>
          <p:nvSpPr>
            <p:cNvPr id="27652" name="文本框 12"/>
            <p:cNvSpPr txBox="1"/>
            <p:nvPr/>
          </p:nvSpPr>
          <p:spPr>
            <a:xfrm>
              <a:off x="896441" y="2067694"/>
              <a:ext cx="336884" cy="5183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sz="54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3</a:t>
              </a:r>
              <a:endParaRPr lang="zh-CN" altLang="en-US" sz="5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27653" name="组合 13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15" name="椭圆 14"/>
              <p:cNvSpPr/>
              <p:nvPr/>
            </p:nvSpPr>
            <p:spPr>
              <a:xfrm rot="921176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 rot="-3342857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 rot="-2314286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 rot="-12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 rot="18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 rot="2828571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 rot="7971428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 rot="90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 rot="120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 rot="13114285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 rot="14142856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27665" name="组合 32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34" name="椭圆 33"/>
                <p:cNvSpPr/>
                <p:nvPr/>
              </p:nvSpPr>
              <p:spPr>
                <a:xfrm rot="-5400000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 rot="-4371429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 rot="-257143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 rot="771428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 rot="3857142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椭圆 38"/>
                <p:cNvSpPr/>
                <p:nvPr/>
              </p:nvSpPr>
              <p:spPr>
                <a:xfrm rot="4885714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 rot="5914286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 rot="694285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 rot="10028571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椭圆 42"/>
                <p:cNvSpPr/>
                <p:nvPr/>
              </p:nvSpPr>
              <p:spPr>
                <a:xfrm rot="11057142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椭圆 43"/>
                <p:cNvSpPr/>
                <p:nvPr/>
              </p:nvSpPr>
              <p:spPr>
                <a:xfrm rot="1517142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文本框 31"/>
          <p:cNvSpPr txBox="1"/>
          <p:nvPr/>
        </p:nvSpPr>
        <p:spPr>
          <a:xfrm>
            <a:off x="827405" y="355600"/>
            <a:ext cx="739648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fr-FR" sz="2000" b="1" i="1" u="sng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LES BASES</a:t>
            </a:r>
            <a:r>
              <a:rPr lang="fr-FR" altLang="en-US" sz="2000" b="1" i="1" u="sng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fr-FR" sz="2000" b="1" i="1" u="sng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A APPRENDRE</a:t>
            </a:r>
            <a:r>
              <a:rPr lang="fr-FR" altLang="en-US" sz="2000" b="1" i="1" u="sng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fr-FR" sz="2000" b="1" i="1" u="sng" kern="1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POUR LE MAITRISER </a:t>
            </a:r>
            <a:endParaRPr kumimoji="0" lang="en-US" altLang="fr-FR" sz="2000" b="1" i="1" u="sng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fr-FR" sz="2000" b="1" kern="1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eaLnBrk="0" hangingPunct="0"/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9" name="组合 32"/>
          <p:cNvGrpSpPr>
            <a:grpSpLocks noChangeAspect="1"/>
          </p:cNvGrpSpPr>
          <p:nvPr/>
        </p:nvGrpSpPr>
        <p:grpSpPr>
          <a:xfrm>
            <a:off x="323850" y="323850"/>
            <a:ext cx="431800" cy="431800"/>
            <a:chOff x="753978" y="1996508"/>
            <a:chExt cx="647250" cy="647250"/>
          </a:xfrm>
        </p:grpSpPr>
        <p:sp>
          <p:nvSpPr>
            <p:cNvPr id="29713" name="文本框 33"/>
            <p:cNvSpPr txBox="1"/>
            <p:nvPr/>
          </p:nvSpPr>
          <p:spPr>
            <a:xfrm>
              <a:off x="896440" y="2050031"/>
              <a:ext cx="336885" cy="5533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3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29714" name="组合 34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36" name="椭圆 35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29726" name="组合 46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48" name="椭圆 47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椭圆 52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椭圆 53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0" name="Zone de texte 9"/>
          <p:cNvSpPr txBox="1"/>
          <p:nvPr/>
        </p:nvSpPr>
        <p:spPr>
          <a:xfrm>
            <a:off x="899795" y="843915"/>
            <a:ext cx="45916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600" b="1">
                <a:solidFill>
                  <a:srgbClr val="FF0000"/>
                </a:solidFill>
              </a:rPr>
              <a:t>a/ </a:t>
            </a:r>
            <a:r>
              <a:rPr lang="en-US" altLang="fr-FR" sz="1600" b="1">
                <a:solidFill>
                  <a:srgbClr val="FF0000"/>
                </a:solidFill>
              </a:rPr>
              <a:t>Comprendre les classes </a:t>
            </a:r>
            <a:r>
              <a:rPr lang="en-US" altLang="fr-FR" sz="1600" b="1">
                <a:solidFill>
                  <a:srgbClr val="FF0000"/>
                </a:solidFill>
                <a:sym typeface="+mn-ea"/>
              </a:rPr>
              <a:t>utilitaires</a:t>
            </a:r>
            <a:r>
              <a:rPr lang="fr-FR" altLang="en-US" sz="1600" b="1">
                <a:solidFill>
                  <a:srgbClr val="FF0000"/>
                </a:solidFill>
                <a:sym typeface="+mn-ea"/>
              </a:rPr>
              <a:t> :</a:t>
            </a:r>
            <a:endParaRPr lang="fr-FR" altLang="en-US" sz="16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1" name="Zone de texte 10"/>
          <p:cNvSpPr txBox="1"/>
          <p:nvPr/>
        </p:nvSpPr>
        <p:spPr>
          <a:xfrm>
            <a:off x="252095" y="1181100"/>
            <a:ext cx="8371840" cy="3752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fr-FR" altLang="en-US"/>
              <a:t>              </a:t>
            </a:r>
            <a:r>
              <a:rPr lang="en-US" altLang="fr-FR">
                <a:solidFill>
                  <a:schemeClr val="bg1"/>
                </a:solidFill>
              </a:rPr>
              <a:t>•</a:t>
            </a:r>
            <a:r>
              <a:rPr lang="fr-FR" altLang="en-US">
                <a:solidFill>
                  <a:schemeClr val="bg1"/>
                </a:solidFill>
              </a:rPr>
              <a:t> </a:t>
            </a:r>
            <a:r>
              <a:rPr lang="en-US" altLang="fr-FR">
                <a:solidFill>
                  <a:schemeClr val="bg1"/>
                </a:solidFill>
              </a:rPr>
              <a:t>marge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m-4, mt-2, mx-auto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</a:t>
            </a:r>
            <a:r>
              <a:rPr lang="fr-FR" altLang="en-US">
                <a:solidFill>
                  <a:schemeClr val="bg1"/>
                </a:solidFill>
              </a:rPr>
              <a:t> </a:t>
            </a:r>
            <a:r>
              <a:rPr lang="en-US" altLang="fr-FR">
                <a:solidFill>
                  <a:schemeClr val="bg1"/>
                </a:solidFill>
              </a:rPr>
              <a:t>padding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p-4, px-2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</a:t>
            </a:r>
            <a:r>
              <a:rPr lang="fr-FR" altLang="en-US">
                <a:solidFill>
                  <a:schemeClr val="bg1"/>
                </a:solidFill>
              </a:rPr>
              <a:t> </a:t>
            </a:r>
            <a:r>
              <a:rPr lang="en-US" altLang="fr-FR">
                <a:solidFill>
                  <a:schemeClr val="bg1"/>
                </a:solidFill>
              </a:rPr>
              <a:t>couleurs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text-red-500, bg-gray-200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</a:t>
            </a:r>
            <a:r>
              <a:rPr lang="fr-FR" altLang="en-US">
                <a:solidFill>
                  <a:schemeClr val="bg1"/>
                </a:solidFill>
              </a:rPr>
              <a:t> </a:t>
            </a:r>
            <a:r>
              <a:rPr lang="en-US" altLang="fr-FR">
                <a:solidFill>
                  <a:schemeClr val="bg1"/>
                </a:solidFill>
              </a:rPr>
              <a:t>textes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text-xl, font-bold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</a:t>
            </a:r>
            <a:r>
              <a:rPr lang="fr-FR" altLang="en-US">
                <a:solidFill>
                  <a:schemeClr val="bg1"/>
                </a:solidFill>
              </a:rPr>
              <a:t> </a:t>
            </a:r>
            <a:r>
              <a:rPr lang="en-US" altLang="fr-FR">
                <a:solidFill>
                  <a:schemeClr val="bg1"/>
                </a:solidFill>
              </a:rPr>
              <a:t>bordures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border, rounded-xl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</a:t>
            </a:r>
            <a:r>
              <a:rPr lang="fr-FR" altLang="en-US">
                <a:solidFill>
                  <a:schemeClr val="bg1"/>
                </a:solidFill>
              </a:rPr>
              <a:t> </a:t>
            </a:r>
            <a:r>
              <a:rPr lang="en-US" altLang="fr-FR">
                <a:solidFill>
                  <a:schemeClr val="bg1"/>
                </a:solidFill>
              </a:rPr>
              <a:t>affichage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flex, grid, block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fr-FR" altLang="en-US">
                <a:solidFill>
                  <a:schemeClr val="bg1"/>
                </a:solidFill>
              </a:rPr>
              <a:t>         </a:t>
            </a:r>
            <a:r>
              <a:rPr lang="fr-FR" altLang="en-US">
                <a:solidFill>
                  <a:srgbClr val="FFC000"/>
                </a:solidFill>
              </a:rPr>
              <a:t> </a:t>
            </a:r>
            <a:r>
              <a:rPr lang="fr-FR" altLang="en-US">
                <a:solidFill>
                  <a:srgbClr val="FF0000"/>
                </a:solidFill>
              </a:rPr>
              <a:t>b/ </a:t>
            </a:r>
            <a:r>
              <a:rPr lang="en-US" altLang="fr-FR">
                <a:solidFill>
                  <a:srgbClr val="FF0000"/>
                </a:solidFill>
              </a:rPr>
              <a:t>Responsive design (mobile first)</a:t>
            </a:r>
            <a:r>
              <a:rPr lang="fr-FR" altLang="en-US">
                <a:solidFill>
                  <a:srgbClr val="FF0000"/>
                </a:solidFill>
              </a:rPr>
              <a:t> :</a:t>
            </a:r>
            <a:endParaRPr lang="fr-FR" altLang="en-US">
              <a:solidFill>
                <a:srgbClr val="FFC000"/>
              </a:solidFill>
            </a:endParaRPr>
          </a:p>
          <a:p>
            <a:endParaRPr lang="en-US" altLang="fr-FR">
              <a:solidFill>
                <a:schemeClr val="bg1"/>
              </a:solidFill>
            </a:endParaRPr>
          </a:p>
          <a:p>
            <a:r>
              <a:rPr lang="fr-FR" altLang="en-US">
                <a:solidFill>
                  <a:schemeClr val="bg1"/>
                </a:solidFill>
              </a:rPr>
              <a:t>          </a:t>
            </a:r>
            <a:r>
              <a:rPr lang="en-US" altLang="fr-FR">
                <a:solidFill>
                  <a:schemeClr val="bg1"/>
                </a:solidFill>
              </a:rPr>
              <a:t>Exemples avec les pr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fixes 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•md: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à partir de 768px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•lg: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à partir</a:t>
            </a:r>
            <a:r>
              <a:rPr lang="en-US" altLang="en-US">
                <a:solidFill>
                  <a:schemeClr val="bg1"/>
                </a:solidFill>
              </a:rPr>
              <a:t> </a:t>
            </a:r>
            <a:r>
              <a:rPr lang="en-US" altLang="fr-FR">
                <a:solidFill>
                  <a:schemeClr val="bg1"/>
                </a:solidFill>
              </a:rPr>
              <a:t>de</a:t>
            </a:r>
            <a:r>
              <a:rPr lang="en-US" altLang="en-US">
                <a:solidFill>
                  <a:schemeClr val="bg1"/>
                </a:solidFill>
              </a:rPr>
              <a:t> </a:t>
            </a:r>
            <a:r>
              <a:rPr lang="en-US" altLang="fr-FR">
                <a:solidFill>
                  <a:schemeClr val="bg1"/>
                </a:solidFill>
              </a:rPr>
              <a:t>1024px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fr-FR" altLang="en-US" b="1" u="sng">
                <a:solidFill>
                  <a:schemeClr val="bg1"/>
                </a:solidFill>
              </a:rPr>
              <a:t>Exemple:</a:t>
            </a:r>
            <a:endParaRPr lang="fr-FR" altLang="en-US" b="1" u="sng">
              <a:solidFill>
                <a:schemeClr val="bg1"/>
              </a:solidFill>
            </a:endParaRPr>
          </a:p>
          <a:p>
            <a:endParaRPr lang="fr-FR" altLang="en-US">
              <a:solidFill>
                <a:schemeClr val="bg1"/>
              </a:solidFill>
            </a:endParaRPr>
          </a:p>
          <a:p>
            <a:r>
              <a:rPr lang="fr-FR" altLang="en-US">
                <a:solidFill>
                  <a:schemeClr val="bg1"/>
                </a:solidFill>
              </a:rPr>
              <a:t>         </a:t>
            </a:r>
            <a:r>
              <a:rPr lang="en-US" altLang="fr-FR">
                <a:solidFill>
                  <a:srgbClr val="AF8749"/>
                </a:solidFill>
              </a:rPr>
              <a:t>&lt;p class="text-sm md:text-lg lg:text-xl"&gt;Texte responsive&lt;/p&gt;</a:t>
            </a:r>
            <a:endParaRPr lang="en-US" altLang="fr-FR">
              <a:solidFill>
                <a:srgbClr val="AF8749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32"/>
          <p:cNvGrpSpPr>
            <a:grpSpLocks noChangeAspect="1"/>
          </p:cNvGrpSpPr>
          <p:nvPr/>
        </p:nvGrpSpPr>
        <p:grpSpPr>
          <a:xfrm>
            <a:off x="323850" y="323850"/>
            <a:ext cx="431800" cy="431800"/>
            <a:chOff x="753978" y="1996508"/>
            <a:chExt cx="647250" cy="647250"/>
          </a:xfrm>
        </p:grpSpPr>
        <p:sp>
          <p:nvSpPr>
            <p:cNvPr id="29713" name="文本框 33"/>
            <p:cNvSpPr txBox="1"/>
            <p:nvPr/>
          </p:nvSpPr>
          <p:spPr>
            <a:xfrm>
              <a:off x="896440" y="2050031"/>
              <a:ext cx="336885" cy="5533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3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29714" name="组合 34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36" name="椭圆 35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29726" name="组合 46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48" name="椭圆 47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椭圆 52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椭圆 53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Zone de texte 1"/>
          <p:cNvSpPr txBox="1"/>
          <p:nvPr/>
        </p:nvSpPr>
        <p:spPr>
          <a:xfrm>
            <a:off x="972185" y="2155825"/>
            <a:ext cx="7169785" cy="2485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fr-FR" altLang="en-US" b="1">
                <a:solidFill>
                  <a:srgbClr val="FF0000"/>
                </a:solidFill>
              </a:rPr>
              <a:t>d/</a:t>
            </a:r>
            <a:r>
              <a:rPr lang="fr-FR" altLang="en-US" b="1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fr-FR" b="1">
                <a:solidFill>
                  <a:srgbClr val="FF0000"/>
                </a:solidFill>
                <a:sym typeface="+mn-ea"/>
              </a:rPr>
              <a:t>Les classes d’</a:t>
            </a:r>
            <a:r>
              <a:rPr lang="en-US" altLang="en-US" b="1">
                <a:solidFill>
                  <a:srgbClr val="FF0000"/>
                </a:solidFill>
                <a:sym typeface="+mn-ea"/>
              </a:rPr>
              <a:t>é</a:t>
            </a:r>
            <a:r>
              <a:rPr lang="en-US" altLang="fr-FR" b="1">
                <a:solidFill>
                  <a:srgbClr val="FF0000"/>
                </a:solidFill>
                <a:sym typeface="+mn-ea"/>
              </a:rPr>
              <a:t>tat</a:t>
            </a:r>
            <a:endParaRPr lang="en-US" altLang="fr-FR">
              <a:solidFill>
                <a:srgbClr val="FFC000"/>
              </a:solidFill>
            </a:endParaRPr>
          </a:p>
          <a:p>
            <a:r>
              <a:rPr lang="en-US" altLang="fr-FR">
                <a:solidFill>
                  <a:srgbClr val="FFC000"/>
                </a:solidFill>
                <a:sym typeface="+mn-ea"/>
              </a:rPr>
              <a:t>	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•hover: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	•focus: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	•active: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fr-FR" altLang="en-US">
                <a:solidFill>
                  <a:schemeClr val="bg1"/>
                </a:solidFill>
                <a:sym typeface="+mn-ea"/>
              </a:rPr>
              <a:t>                 </a:t>
            </a:r>
            <a:r>
              <a:rPr lang="fr-FR" altLang="en-US" b="1" u="sng">
                <a:solidFill>
                  <a:schemeClr val="bg1"/>
                </a:solidFill>
                <a:sym typeface="+mn-ea"/>
              </a:rPr>
              <a:t>Exemple :</a:t>
            </a:r>
            <a:endParaRPr lang="fr-FR" altLang="en-US" b="1">
              <a:solidFill>
                <a:schemeClr val="bg1"/>
              </a:solidFill>
            </a:endParaRPr>
          </a:p>
          <a:p>
            <a:r>
              <a:rPr lang="fr-FR" altLang="en-US" b="1">
                <a:solidFill>
                  <a:schemeClr val="bg1"/>
                </a:solidFill>
                <a:sym typeface="+mn-ea"/>
              </a:rPr>
              <a:t>                    </a:t>
            </a:r>
            <a:r>
              <a:rPr lang="en-US" altLang="fr-FR">
                <a:solidFill>
                  <a:srgbClr val="AF8749"/>
                </a:solidFill>
                <a:sym typeface="+mn-ea"/>
              </a:rPr>
              <a:t>&lt;button class="bg-blue-500 hover:bg-blue-600"&gt;</a:t>
            </a:r>
            <a:endParaRPr lang="en-US" altLang="fr-FR">
              <a:solidFill>
                <a:srgbClr val="AF8749"/>
              </a:solidFill>
            </a:endParaRPr>
          </a:p>
          <a:p>
            <a:r>
              <a:rPr lang="en-US" altLang="fr-FR">
                <a:solidFill>
                  <a:srgbClr val="AF8749"/>
                </a:solidFill>
                <a:sym typeface="+mn-ea"/>
              </a:rPr>
              <a:t>  </a:t>
            </a:r>
            <a:r>
              <a:rPr lang="fr-FR" altLang="en-US">
                <a:solidFill>
                  <a:srgbClr val="AF8749"/>
                </a:solidFill>
                <a:sym typeface="+mn-ea"/>
              </a:rPr>
              <a:t>                         </a:t>
            </a:r>
            <a:r>
              <a:rPr lang="en-US" altLang="fr-FR">
                <a:solidFill>
                  <a:srgbClr val="C00000"/>
                </a:solidFill>
                <a:sym typeface="+mn-ea"/>
              </a:rPr>
              <a:t>Hover</a:t>
            </a:r>
            <a:endParaRPr lang="en-US" altLang="fr-FR">
              <a:solidFill>
                <a:srgbClr val="AF8749"/>
              </a:solidFill>
            </a:endParaRPr>
          </a:p>
          <a:p>
            <a:r>
              <a:rPr lang="fr-FR" altLang="en-US">
                <a:solidFill>
                  <a:srgbClr val="AF8749"/>
                </a:solidFill>
                <a:sym typeface="+mn-ea"/>
              </a:rPr>
              <a:t>                    </a:t>
            </a:r>
            <a:r>
              <a:rPr lang="en-US" altLang="fr-FR">
                <a:solidFill>
                  <a:srgbClr val="AF8749"/>
                </a:solidFill>
                <a:sym typeface="+mn-ea"/>
              </a:rPr>
              <a:t>&lt;/button&gt;</a:t>
            </a:r>
            <a:endParaRPr lang="en-US" altLang="fr-FR">
              <a:solidFill>
                <a:srgbClr val="AF8749"/>
              </a:solidFill>
            </a:endParaRPr>
          </a:p>
          <a:p>
            <a:r>
              <a:rPr lang="fr-FR" altLang="en-US">
                <a:solidFill>
                  <a:srgbClr val="FFC000"/>
                </a:solidFill>
                <a:sym typeface="+mn-ea"/>
              </a:rPr>
              <a:t> </a:t>
            </a:r>
            <a:endParaRPr lang="fr-FR" altLang="en-US">
              <a:solidFill>
                <a:srgbClr val="FFC000"/>
              </a:solidFill>
            </a:endParaRPr>
          </a:p>
          <a:p>
            <a:endParaRPr lang="fr-FR" altLang="en-US">
              <a:solidFill>
                <a:srgbClr val="FFC000"/>
              </a:solidFill>
            </a:endParaRPr>
          </a:p>
        </p:txBody>
      </p:sp>
      <p:sp>
        <p:nvSpPr>
          <p:cNvPr id="3" name="Zone de texte 2"/>
          <p:cNvSpPr txBox="1"/>
          <p:nvPr/>
        </p:nvSpPr>
        <p:spPr>
          <a:xfrm>
            <a:off x="972185" y="359410"/>
            <a:ext cx="7399655" cy="169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fr-FR" altLang="en-US" b="1">
                <a:solidFill>
                  <a:srgbClr val="FF0000"/>
                </a:solidFill>
              </a:rPr>
              <a:t>c/ </a:t>
            </a:r>
            <a:r>
              <a:rPr lang="en-US" altLang="fr-FR" b="1">
                <a:solidFill>
                  <a:srgbClr val="FF0000"/>
                </a:solidFill>
              </a:rPr>
              <a:t> Flexbox et Grid</a:t>
            </a:r>
            <a:endParaRPr lang="en-US" altLang="fr-FR" b="1">
              <a:solidFill>
                <a:srgbClr val="FFC000"/>
              </a:solidFill>
            </a:endParaRPr>
          </a:p>
          <a:p>
            <a:r>
              <a:rPr lang="fr-FR" altLang="en-US">
                <a:solidFill>
                  <a:schemeClr val="bg1"/>
                </a:solidFill>
                <a:sym typeface="+mn-ea"/>
              </a:rPr>
              <a:t>  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Exemples utiles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 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:</a:t>
            </a:r>
            <a:endParaRPr lang="en-US" altLang="fr-FR">
              <a:solidFill>
                <a:schemeClr val="bg1"/>
              </a:solidFill>
              <a:sym typeface="+mn-ea"/>
            </a:endParaRPr>
          </a:p>
          <a:p>
            <a:endParaRPr lang="en-US" altLang="fr-FR">
              <a:solidFill>
                <a:schemeClr val="bg1"/>
              </a:solidFill>
            </a:endParaRPr>
          </a:p>
          <a:p>
            <a:r>
              <a:rPr lang="fr-FR" altLang="en-US"/>
              <a:t>   </a:t>
            </a:r>
            <a:r>
              <a:rPr lang="fr-FR" altLang="en-US">
                <a:solidFill>
                  <a:schemeClr val="bg1"/>
                </a:solidFill>
              </a:rPr>
              <a:t> </a:t>
            </a:r>
            <a:r>
              <a:rPr lang="en-US" altLang="fr-FR">
                <a:solidFill>
                  <a:srgbClr val="AF8749"/>
                </a:solidFill>
              </a:rPr>
              <a:t>&lt;div class="flex justify-center items-center"&gt;&lt;/div&gt;</a:t>
            </a:r>
            <a:endParaRPr lang="en-US" altLang="fr-FR">
              <a:solidFill>
                <a:srgbClr val="AF8749"/>
              </a:solidFill>
            </a:endParaRPr>
          </a:p>
          <a:p>
            <a:r>
              <a:rPr lang="en-US" altLang="fr-FR">
                <a:solidFill>
                  <a:srgbClr val="AF8749"/>
                </a:solidFill>
              </a:rPr>
              <a:t>&lt;div class="grid grid-cols-3</a:t>
            </a:r>
            <a:r>
              <a:rPr lang="en-US" altLang="en-US">
                <a:solidFill>
                  <a:srgbClr val="AF8749"/>
                </a:solidFill>
              </a:rPr>
              <a:t> </a:t>
            </a:r>
            <a:r>
              <a:rPr lang="en-US" altLang="fr-FR">
                <a:solidFill>
                  <a:srgbClr val="AF8749"/>
                </a:solidFill>
              </a:rPr>
              <a:t>gap-4"&gt;&lt;/div&gt;</a:t>
            </a:r>
            <a:endParaRPr lang="en-US" altLang="fr-FR">
              <a:solidFill>
                <a:srgbClr val="AF8749"/>
              </a:solidFill>
            </a:endParaRPr>
          </a:p>
          <a:p>
            <a:endParaRPr lang="en-US" altLang="fr-FR">
              <a:solidFill>
                <a:srgbClr val="AF8749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32"/>
          <p:cNvGrpSpPr>
            <a:grpSpLocks noChangeAspect="1"/>
          </p:cNvGrpSpPr>
          <p:nvPr/>
        </p:nvGrpSpPr>
        <p:grpSpPr>
          <a:xfrm>
            <a:off x="323850" y="323850"/>
            <a:ext cx="431800" cy="431800"/>
            <a:chOff x="753978" y="1996508"/>
            <a:chExt cx="647250" cy="647250"/>
          </a:xfrm>
        </p:grpSpPr>
        <p:sp>
          <p:nvSpPr>
            <p:cNvPr id="29713" name="文本框 33"/>
            <p:cNvSpPr txBox="1"/>
            <p:nvPr/>
          </p:nvSpPr>
          <p:spPr>
            <a:xfrm>
              <a:off x="896440" y="2050031"/>
              <a:ext cx="336885" cy="5533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3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29714" name="组合 34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36" name="椭圆 35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29726" name="组合 46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48" name="椭圆 47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椭圆 52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椭圆 53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Zone de texte 1"/>
          <p:cNvSpPr txBox="1"/>
          <p:nvPr/>
        </p:nvSpPr>
        <p:spPr>
          <a:xfrm>
            <a:off x="972185" y="359410"/>
            <a:ext cx="7398385" cy="1997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fr-FR" altLang="en-US" b="1">
                <a:solidFill>
                  <a:srgbClr val="FF0000"/>
                </a:solidFill>
              </a:rPr>
              <a:t>e/ </a:t>
            </a:r>
            <a:r>
              <a:rPr lang="en-US" altLang="fr-FR" b="1">
                <a:solidFill>
                  <a:srgbClr val="FF0000"/>
                </a:solidFill>
              </a:rPr>
              <a:t>Les couleurs, tailles, spacing</a:t>
            </a:r>
            <a:r>
              <a:rPr lang="fr-FR" altLang="en-US" b="1">
                <a:solidFill>
                  <a:srgbClr val="FF0000"/>
                </a:solidFill>
              </a:rPr>
              <a:t> :</a:t>
            </a:r>
            <a:endParaRPr lang="en-US" altLang="fr-FR">
              <a:solidFill>
                <a:srgbClr val="FFC000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Apprends les syst</a:t>
            </a:r>
            <a:r>
              <a:rPr lang="en-US" altLang="en-US">
                <a:solidFill>
                  <a:schemeClr val="bg1"/>
                </a:solidFill>
              </a:rPr>
              <a:t>è</a:t>
            </a:r>
            <a:r>
              <a:rPr lang="en-US" altLang="fr-FR">
                <a:solidFill>
                  <a:schemeClr val="bg1"/>
                </a:solidFill>
              </a:rPr>
              <a:t>mes 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•p-1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4px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•p-2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8px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•p-4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16px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•p-8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fr-FR">
                <a:solidFill>
                  <a:schemeClr val="bg1"/>
                </a:solidFill>
              </a:rPr>
              <a:t> 32px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•etc.</a:t>
            </a:r>
            <a:endParaRPr lang="en-US" altLang="fr-FR">
              <a:solidFill>
                <a:schemeClr val="bg1"/>
              </a:solidFill>
            </a:endParaRPr>
          </a:p>
          <a:p>
            <a:endParaRPr lang="en-US" altLang="fr-FR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3386455" y="2211705"/>
            <a:ext cx="5156200" cy="9531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fr-FR" sz="2800" b="1" i="1" u="none" strike="noStrike" kern="1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LES BUTS DE TAILWIND CSS</a:t>
            </a:r>
            <a:endParaRPr kumimoji="0" lang="en-US" altLang="fr-FR" sz="2800" b="0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fr-FR" sz="2800" b="0" i="1" u="none" strike="noStrike" kern="1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2" name="组合 11"/>
          <p:cNvGrpSpPr/>
          <p:nvPr/>
        </p:nvGrpSpPr>
        <p:grpSpPr>
          <a:xfrm>
            <a:off x="2176463" y="1838325"/>
            <a:ext cx="1152525" cy="1154113"/>
            <a:chOff x="753978" y="1996508"/>
            <a:chExt cx="647250" cy="647250"/>
          </a:xfrm>
        </p:grpSpPr>
        <p:sp>
          <p:nvSpPr>
            <p:cNvPr id="35844" name="文本框 12"/>
            <p:cNvSpPr txBox="1"/>
            <p:nvPr/>
          </p:nvSpPr>
          <p:spPr>
            <a:xfrm>
              <a:off x="896441" y="2067694"/>
              <a:ext cx="336884" cy="5183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en-US" altLang="zh-CN" sz="5400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4</a:t>
              </a:r>
              <a:endParaRPr lang="zh-CN" altLang="en-US" sz="5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35845" name="组合 13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15" name="椭圆 14"/>
              <p:cNvSpPr/>
              <p:nvPr/>
            </p:nvSpPr>
            <p:spPr>
              <a:xfrm rot="921176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 rot="-3342857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 rot="-2314286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 rot="-12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 rot="18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 rot="2828571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 rot="7971428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 rot="90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 rot="120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 rot="13114285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 rot="14142856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5857" name="组合 32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34" name="椭圆 33"/>
                <p:cNvSpPr/>
                <p:nvPr/>
              </p:nvSpPr>
              <p:spPr>
                <a:xfrm rot="-5400000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 rot="-4371429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 rot="-257143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 rot="771428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 rot="3857142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椭圆 38"/>
                <p:cNvSpPr/>
                <p:nvPr/>
              </p:nvSpPr>
              <p:spPr>
                <a:xfrm rot="4885714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 rot="5914286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 rot="694285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 rot="10028571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椭圆 42"/>
                <p:cNvSpPr/>
                <p:nvPr/>
              </p:nvSpPr>
              <p:spPr>
                <a:xfrm rot="11057142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椭圆 43"/>
                <p:cNvSpPr/>
                <p:nvPr/>
              </p:nvSpPr>
              <p:spPr>
                <a:xfrm rot="1517142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32"/>
          <p:cNvGrpSpPr>
            <a:grpSpLocks noChangeAspect="1"/>
          </p:cNvGrpSpPr>
          <p:nvPr/>
        </p:nvGrpSpPr>
        <p:grpSpPr>
          <a:xfrm>
            <a:off x="323850" y="323850"/>
            <a:ext cx="431800" cy="431800"/>
            <a:chOff x="753978" y="1996508"/>
            <a:chExt cx="647250" cy="647250"/>
          </a:xfrm>
        </p:grpSpPr>
        <p:sp>
          <p:nvSpPr>
            <p:cNvPr id="29713" name="文本框 33"/>
            <p:cNvSpPr txBox="1"/>
            <p:nvPr/>
          </p:nvSpPr>
          <p:spPr>
            <a:xfrm>
              <a:off x="896440" y="2050031"/>
              <a:ext cx="336885" cy="55206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fr-FR" altLang="zh-CN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4</a:t>
              </a:r>
              <a:endParaRPr lang="fr-FR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29714" name="组合 34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3" name="椭圆 35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" name="椭圆 36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" name="椭圆 37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椭圆 38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椭圆 39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" name="椭圆 40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椭圆 41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椭圆 42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椭圆 43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29726" name="组合 46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48" name="椭圆 47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椭圆 52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椭圆 53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3" name="Zone de texte 12"/>
          <p:cNvSpPr txBox="1"/>
          <p:nvPr/>
        </p:nvSpPr>
        <p:spPr>
          <a:xfrm>
            <a:off x="972185" y="379730"/>
            <a:ext cx="7400925" cy="4530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chemeClr val="bg1"/>
                </a:solidFill>
              </a:rPr>
              <a:t>⿡</a:t>
            </a:r>
            <a:r>
              <a:rPr lang="en-US" altLang="fr-FR">
                <a:solidFill>
                  <a:srgbClr val="FFC000"/>
                </a:solidFill>
              </a:rPr>
              <a:t> </a:t>
            </a:r>
            <a:r>
              <a:rPr lang="fr-FR" altLang="en-US">
                <a:solidFill>
                  <a:srgbClr val="FF0000"/>
                </a:solidFill>
              </a:rPr>
              <a:t>a/ </a:t>
            </a:r>
            <a:r>
              <a:rPr lang="en-US" altLang="fr-FR">
                <a:solidFill>
                  <a:srgbClr val="FF0000"/>
                </a:solidFill>
              </a:rPr>
              <a:t>Cr</a:t>
            </a:r>
            <a:r>
              <a:rPr lang="en-US" altLang="en-US">
                <a:solidFill>
                  <a:srgbClr val="FF0000"/>
                </a:solidFill>
              </a:rPr>
              <a:t>é</a:t>
            </a:r>
            <a:r>
              <a:rPr lang="en-US" altLang="fr-FR">
                <a:solidFill>
                  <a:srgbClr val="FF0000"/>
                </a:solidFill>
              </a:rPr>
              <a:t>er des interfaces rapidement</a:t>
            </a:r>
            <a:endParaRPr lang="en-US" altLang="fr-FR">
              <a:solidFill>
                <a:srgbClr val="FF0000"/>
              </a:solidFill>
            </a:endParaRPr>
          </a:p>
          <a:p>
            <a:endParaRPr lang="en-US" altLang="fr-FR">
              <a:solidFill>
                <a:srgbClr val="FF0000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Tailwind 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vite d’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crire du CSS à chaque fois.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Tu utilises des petites classes utilitaires directement dans ton HTML.</a:t>
            </a:r>
            <a:endParaRPr lang="en-US" altLang="fr-FR">
              <a:solidFill>
                <a:schemeClr val="bg1"/>
              </a:solidFill>
            </a:endParaRPr>
          </a:p>
          <a:p>
            <a:endParaRPr lang="en-US" altLang="fr-FR">
              <a:solidFill>
                <a:schemeClr val="bg1"/>
              </a:solidFill>
            </a:endParaRPr>
          </a:p>
          <a:p>
            <a:r>
              <a:rPr lang="fr-FR" altLang="en-US">
                <a:solidFill>
                  <a:schemeClr val="bg1"/>
                </a:solidFill>
              </a:rPr>
              <a:t> </a:t>
            </a:r>
            <a:r>
              <a:rPr lang="en-US" altLang="fr-FR">
                <a:solidFill>
                  <a:schemeClr val="bg1"/>
                </a:solidFill>
              </a:rPr>
              <a:t>R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sultat 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	d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veloppement plus rapide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	pas besoin de changer entre HTML et CSS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	•	tout est sous tes yeux en temps r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el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fr-FR" altLang="en-US">
                <a:solidFill>
                  <a:schemeClr val="bg1"/>
                </a:solidFill>
                <a:sym typeface="+mn-ea"/>
              </a:rPr>
              <a:t>     </a:t>
            </a:r>
            <a:r>
              <a:rPr lang="fr-FR" altLang="en-US">
                <a:solidFill>
                  <a:srgbClr val="FF0000"/>
                </a:solidFill>
                <a:sym typeface="+mn-ea"/>
              </a:rPr>
              <a:t>b/ 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É</a:t>
            </a:r>
            <a:r>
              <a:rPr lang="en-US" altLang="fr-FR">
                <a:solidFill>
                  <a:srgbClr val="FF0000"/>
                </a:solidFill>
                <a:sym typeface="+mn-ea"/>
              </a:rPr>
              <a:t>viter d’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é</a:t>
            </a:r>
            <a:r>
              <a:rPr lang="en-US" altLang="fr-FR">
                <a:solidFill>
                  <a:srgbClr val="FF0000"/>
                </a:solidFill>
                <a:sym typeface="+mn-ea"/>
              </a:rPr>
              <a:t>crire du CSS personnalis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é</a:t>
            </a:r>
            <a:endParaRPr lang="en-US" altLang="en-US">
              <a:solidFill>
                <a:srgbClr val="FF0000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Tailwind vise à supprimer 90% du CSS manuel.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fr-FR" altLang="en-US">
                <a:solidFill>
                  <a:schemeClr val="bg1"/>
                </a:solidFill>
                <a:sym typeface="+mn-ea"/>
              </a:rPr>
              <a:t>P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lus besoin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 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de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 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faire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 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: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.card { ... }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  <a:sym typeface="+mn-ea"/>
              </a:rPr>
              <a:t>.btn { ...</a:t>
            </a:r>
            <a:r>
              <a:rPr lang="en-US" altLang="en-US">
                <a:solidFill>
                  <a:schemeClr val="bg1"/>
                </a:solidFill>
                <a:sym typeface="+mn-ea"/>
              </a:rPr>
              <a:t> </a:t>
            </a:r>
            <a:r>
              <a:rPr lang="en-US" altLang="fr-FR">
                <a:solidFill>
                  <a:schemeClr val="bg1"/>
                </a:solidFill>
                <a:sym typeface="+mn-ea"/>
              </a:rPr>
              <a:t>}</a:t>
            </a:r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chemeClr val="bg1"/>
                </a:solidFill>
              </a:rPr>
              <a:t>Parce que tout existe d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fr-FR">
                <a:solidFill>
                  <a:schemeClr val="bg1"/>
                </a:solidFill>
              </a:rPr>
              <a:t>jà</a:t>
            </a:r>
            <a:r>
              <a:rPr lang="en-US" altLang="en-US">
                <a:solidFill>
                  <a:schemeClr val="bg1"/>
                </a:solidFill>
              </a:rPr>
              <a:t> </a:t>
            </a:r>
            <a:r>
              <a:rPr lang="en-US" altLang="fr-FR">
                <a:solidFill>
                  <a:schemeClr val="bg1"/>
                </a:solidFill>
              </a:rPr>
              <a:t>:</a:t>
            </a:r>
            <a:endParaRPr lang="en-US" altLang="fr-FR">
              <a:solidFill>
                <a:schemeClr val="bg1"/>
              </a:solidFill>
            </a:endParaRPr>
          </a:p>
          <a:p>
            <a:endParaRPr lang="en-US" altLang="fr-FR">
              <a:solidFill>
                <a:schemeClr val="bg1"/>
              </a:solidFill>
            </a:endParaRPr>
          </a:p>
          <a:p>
            <a:r>
              <a:rPr lang="en-US" altLang="fr-FR">
                <a:solidFill>
                  <a:srgbClr val="AF8749"/>
                </a:solidFill>
              </a:rPr>
              <a:t>&lt;div class="bg-white p-4 rounded-xl shadow"&gt;&lt;/div&gt;</a:t>
            </a:r>
            <a:endParaRPr lang="en-US" altLang="fr-FR">
              <a:solidFill>
                <a:schemeClr val="bg1"/>
              </a:solidFill>
            </a:endParaRPr>
          </a:p>
          <a:p>
            <a:endParaRPr lang="en-US" altLang="fr-FR">
              <a:solidFill>
                <a:schemeClr val="bg1"/>
              </a:solidFill>
            </a:endParaRPr>
          </a:p>
          <a:p>
            <a:endParaRPr lang="en-US" altLang="fr-FR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1"/>
          <p:cNvGrpSpPr/>
          <p:nvPr/>
        </p:nvGrpSpPr>
        <p:grpSpPr>
          <a:xfrm>
            <a:off x="2176463" y="1838325"/>
            <a:ext cx="1152525" cy="1154113"/>
            <a:chOff x="753978" y="1996508"/>
            <a:chExt cx="647250" cy="647250"/>
          </a:xfrm>
        </p:grpSpPr>
        <p:sp>
          <p:nvSpPr>
            <p:cNvPr id="35844" name="文本框 12"/>
            <p:cNvSpPr txBox="1"/>
            <p:nvPr/>
          </p:nvSpPr>
          <p:spPr>
            <a:xfrm>
              <a:off x="896441" y="2067694"/>
              <a:ext cx="336884" cy="5170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fr-FR" altLang="zh-CN" sz="54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5</a:t>
              </a:r>
              <a:endParaRPr lang="fr-FR" altLang="zh-CN" sz="5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35845" name="组合 13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15" name="椭圆 14"/>
              <p:cNvSpPr/>
              <p:nvPr/>
            </p:nvSpPr>
            <p:spPr>
              <a:xfrm rot="921176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 rot="-3342857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 rot="-2314286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 rot="-12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 rot="18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 rot="2828571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 rot="7971428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 rot="9000000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 rot="12085714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 rot="13114285">
                <a:off x="2613085" y="814147"/>
                <a:ext cx="311576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 rot="14142856">
                <a:off x="2618096" y="814143"/>
                <a:ext cx="3105737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5857" name="组合 32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34" name="椭圆 33"/>
                <p:cNvSpPr/>
                <p:nvPr/>
              </p:nvSpPr>
              <p:spPr>
                <a:xfrm rot="-5400000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 rot="-4371429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 rot="-257143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 rot="771428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 rot="3857142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椭圆 38"/>
                <p:cNvSpPr/>
                <p:nvPr/>
              </p:nvSpPr>
              <p:spPr>
                <a:xfrm rot="4885714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 rot="5914286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 rot="694285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 rot="10028571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椭圆 42"/>
                <p:cNvSpPr/>
                <p:nvPr/>
              </p:nvSpPr>
              <p:spPr>
                <a:xfrm rot="11057142">
                  <a:off x="2613085" y="814147"/>
                  <a:ext cx="311576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椭圆 43"/>
                <p:cNvSpPr/>
                <p:nvPr/>
              </p:nvSpPr>
              <p:spPr>
                <a:xfrm rot="15171427">
                  <a:off x="2618096" y="814143"/>
                  <a:ext cx="3105737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4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3" name="Zone de texte 2"/>
          <p:cNvSpPr txBox="1"/>
          <p:nvPr/>
        </p:nvSpPr>
        <p:spPr>
          <a:xfrm>
            <a:off x="3636010" y="228346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400" b="1" i="1">
                <a:solidFill>
                  <a:srgbClr val="FFC000"/>
                </a:solidFill>
              </a:rPr>
              <a:t>Inconvénents :</a:t>
            </a:r>
            <a:endParaRPr lang="fr-FR" altLang="en-US" sz="2400" b="1" i="1"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32"/>
          <p:cNvGrpSpPr>
            <a:grpSpLocks noChangeAspect="1"/>
          </p:cNvGrpSpPr>
          <p:nvPr/>
        </p:nvGrpSpPr>
        <p:grpSpPr>
          <a:xfrm>
            <a:off x="323850" y="323850"/>
            <a:ext cx="431800" cy="431800"/>
            <a:chOff x="753978" y="1996508"/>
            <a:chExt cx="647250" cy="647250"/>
          </a:xfrm>
        </p:grpSpPr>
        <p:sp>
          <p:nvSpPr>
            <p:cNvPr id="29713" name="文本框 33"/>
            <p:cNvSpPr txBox="1"/>
            <p:nvPr/>
          </p:nvSpPr>
          <p:spPr>
            <a:xfrm>
              <a:off x="896440" y="2050031"/>
              <a:ext cx="336885" cy="55206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fr-FR" altLang="zh-CN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5</a:t>
              </a:r>
              <a:endParaRPr lang="fr-FR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29714" name="组合 34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3" name="椭圆 35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" name="椭圆 36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" name="椭圆 37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椭圆 38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椭圆 39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" name="椭圆 40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椭圆 41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椭圆 42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椭圆 43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29726" name="组合 46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48" name="椭圆 47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椭圆 52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椭圆 53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Zone de texte 1"/>
          <p:cNvSpPr txBox="1"/>
          <p:nvPr/>
        </p:nvSpPr>
        <p:spPr>
          <a:xfrm>
            <a:off x="972185" y="379730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 i="1" u="sng">
                <a:solidFill>
                  <a:schemeClr val="bg1"/>
                </a:solidFill>
              </a:rPr>
              <a:t>Inconvénients :</a:t>
            </a:r>
            <a:endParaRPr lang="fr-FR" altLang="en-US" sz="2000" b="1" i="1" u="sng">
              <a:solidFill>
                <a:schemeClr val="bg1"/>
              </a:solidFill>
            </a:endParaRPr>
          </a:p>
        </p:txBody>
      </p:sp>
      <p:sp>
        <p:nvSpPr>
          <p:cNvPr id="13" name="Zone de texte 12"/>
          <p:cNvSpPr txBox="1"/>
          <p:nvPr/>
        </p:nvSpPr>
        <p:spPr>
          <a:xfrm>
            <a:off x="869315" y="1203960"/>
            <a:ext cx="7081520" cy="3697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fr-FR"/>
          </a:p>
        </p:txBody>
      </p:sp>
      <p:graphicFrame>
        <p:nvGraphicFramePr>
          <p:cNvPr id="14" name="Table 13"/>
          <p:cNvGraphicFramePr/>
          <p:nvPr>
            <p:custDataLst>
              <p:tags r:id="rId1"/>
            </p:custDataLst>
          </p:nvPr>
        </p:nvGraphicFramePr>
        <p:xfrm>
          <a:off x="1397000" y="987425"/>
          <a:ext cx="6070600" cy="3465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0220"/>
                <a:gridCol w="3040380"/>
              </a:tblGrid>
              <a:tr h="3702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altLang="en-US" sz="1400" spc="12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altLang="en-US" sz="1400" spc="12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55245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Difficile au début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Il faut apprendre toutes les classes utilitaire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55245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Longue à écrire parfois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Un simple bouton peut avoir 6-10 classes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55245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Tous dans le HTML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Pas de séparation structure / design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55245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Dépendance au framework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Difficile de changer de framework puls tard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55245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Pas de composante  préfaits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 spc="12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Il faut tout construire  à la main(navbar,...)</a:t>
                      </a:r>
                      <a:endParaRPr lang="fr-FR" altLang="en-US" sz="14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3337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altLang="en-US" sz="12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altLang="en-US" sz="1200" spc="12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77800" marR="177800" marT="57150" marB="5715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32"/>
          <p:cNvGrpSpPr>
            <a:grpSpLocks noChangeAspect="1"/>
          </p:cNvGrpSpPr>
          <p:nvPr/>
        </p:nvGrpSpPr>
        <p:grpSpPr>
          <a:xfrm>
            <a:off x="323850" y="323850"/>
            <a:ext cx="431800" cy="431800"/>
            <a:chOff x="753978" y="1996508"/>
            <a:chExt cx="647250" cy="647250"/>
          </a:xfrm>
        </p:grpSpPr>
        <p:sp>
          <p:nvSpPr>
            <p:cNvPr id="29713" name="文本框 33"/>
            <p:cNvSpPr txBox="1"/>
            <p:nvPr/>
          </p:nvSpPr>
          <p:spPr>
            <a:xfrm>
              <a:off x="896440" y="2050031"/>
              <a:ext cx="336885" cy="55206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algn="ctr" eaLnBrk="0" hangingPunct="0"/>
              <a:r>
                <a:rPr lang="fr-FR" altLang="zh-CN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6</a:t>
              </a:r>
              <a:endParaRPr lang="fr-FR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29714" name="组合 34"/>
            <p:cNvGrpSpPr/>
            <p:nvPr/>
          </p:nvGrpSpPr>
          <p:grpSpPr>
            <a:xfrm>
              <a:off x="753978" y="1996508"/>
              <a:ext cx="647250" cy="647250"/>
              <a:chOff x="2084209" y="814147"/>
              <a:chExt cx="4173518" cy="4173518"/>
            </a:xfrm>
          </p:grpSpPr>
          <p:sp>
            <p:nvSpPr>
              <p:cNvPr id="3" name="椭圆 35"/>
              <p:cNvSpPr/>
              <p:nvPr/>
            </p:nvSpPr>
            <p:spPr>
              <a:xfrm rot="921176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" name="椭圆 36"/>
              <p:cNvSpPr/>
              <p:nvPr/>
            </p:nvSpPr>
            <p:spPr>
              <a:xfrm rot="-3342857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" name="椭圆 37"/>
              <p:cNvSpPr/>
              <p:nvPr/>
            </p:nvSpPr>
            <p:spPr>
              <a:xfrm rot="-2314286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椭圆 38"/>
              <p:cNvSpPr/>
              <p:nvPr/>
            </p:nvSpPr>
            <p:spPr>
              <a:xfrm rot="-12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椭圆 39"/>
              <p:cNvSpPr/>
              <p:nvPr/>
            </p:nvSpPr>
            <p:spPr>
              <a:xfrm rot="18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" name="椭圆 40"/>
              <p:cNvSpPr/>
              <p:nvPr/>
            </p:nvSpPr>
            <p:spPr>
              <a:xfrm rot="2828571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椭圆 41"/>
              <p:cNvSpPr/>
              <p:nvPr/>
            </p:nvSpPr>
            <p:spPr>
              <a:xfrm rot="7971428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椭圆 42"/>
              <p:cNvSpPr/>
              <p:nvPr/>
            </p:nvSpPr>
            <p:spPr>
              <a:xfrm rot="9000000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椭圆 43"/>
              <p:cNvSpPr/>
              <p:nvPr/>
            </p:nvSpPr>
            <p:spPr>
              <a:xfrm rot="12085714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 rot="13114285">
                <a:off x="2621247" y="814147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 rot="14142856">
                <a:off x="2621235" y="814153"/>
                <a:ext cx="309945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29726" name="组合 46"/>
              <p:cNvGrpSpPr/>
              <p:nvPr/>
            </p:nvGrpSpPr>
            <p:grpSpPr>
              <a:xfrm>
                <a:off x="2084209" y="814147"/>
                <a:ext cx="4173518" cy="4173518"/>
                <a:chOff x="2084209" y="814147"/>
                <a:chExt cx="4173518" cy="4173518"/>
              </a:xfrm>
            </p:grpSpPr>
            <p:sp>
              <p:nvSpPr>
                <p:cNvPr id="48" name="椭圆 47"/>
                <p:cNvSpPr/>
                <p:nvPr/>
              </p:nvSpPr>
              <p:spPr>
                <a:xfrm rot="-5400000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 rot="-4371429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 rot="-257143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 rot="771428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 rot="3857142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椭圆 52"/>
                <p:cNvSpPr/>
                <p:nvPr/>
              </p:nvSpPr>
              <p:spPr>
                <a:xfrm rot="4885714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椭圆 53"/>
                <p:cNvSpPr/>
                <p:nvPr/>
              </p:nvSpPr>
              <p:spPr>
                <a:xfrm rot="5914286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 rot="694285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 rot="10028571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 rot="11057142">
                  <a:off x="2621247" y="814147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 rot="15171427">
                  <a:off x="2621235" y="814153"/>
                  <a:ext cx="3099451" cy="417351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Zone de texte 1"/>
          <p:cNvSpPr txBox="1"/>
          <p:nvPr/>
        </p:nvSpPr>
        <p:spPr>
          <a:xfrm>
            <a:off x="972185" y="379730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 i="1" u="sng">
                <a:solidFill>
                  <a:schemeClr val="bg1"/>
                </a:solidFill>
              </a:rPr>
              <a:t>Lien vers le site web :</a:t>
            </a:r>
            <a:endParaRPr lang="fr-FR" altLang="en-US" sz="2000" b="1" i="1" u="sng">
              <a:solidFill>
                <a:schemeClr val="bg1"/>
              </a:solidFill>
            </a:endParaRPr>
          </a:p>
        </p:txBody>
      </p:sp>
      <p:sp>
        <p:nvSpPr>
          <p:cNvPr id="13" name="Zone de texte 12"/>
          <p:cNvSpPr txBox="1"/>
          <p:nvPr/>
        </p:nvSpPr>
        <p:spPr>
          <a:xfrm>
            <a:off x="1259205" y="904875"/>
            <a:ext cx="6518275" cy="3988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fr-FR" altLang="en-US"/>
              <a:t> </a:t>
            </a:r>
            <a:r>
              <a:rPr lang="fr-FR" altLang="en-US" b="1">
                <a:solidFill>
                  <a:srgbClr val="FF0000"/>
                </a:solidFill>
              </a:rPr>
              <a:t>Site officiel et documentation :</a:t>
            </a:r>
            <a:endParaRPr lang="fr-FR" altLang="en-US" b="1">
              <a:solidFill>
                <a:srgbClr val="FF0000"/>
              </a:solidFill>
            </a:endParaRPr>
          </a:p>
          <a:p>
            <a:endParaRPr lang="fr-FR" altLang="en-US" b="1">
              <a:solidFill>
                <a:srgbClr val="FF0000"/>
              </a:solidFill>
            </a:endParaRPr>
          </a:p>
          <a:p>
            <a:r>
              <a:rPr lang="fr-FR" altLang="en-US"/>
              <a:t>      </a:t>
            </a:r>
            <a:r>
              <a:rPr lang="fr-FR" altLang="en-US" u="sng"/>
              <a:t>Tailwindcss.com</a:t>
            </a:r>
            <a:endParaRPr lang="fr-FR" altLang="en-US" u="sng"/>
          </a:p>
          <a:p>
            <a:endParaRPr lang="en-US" altLang="fr-FR"/>
          </a:p>
          <a:p>
            <a:endParaRPr lang="fr-FR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71"/>
          <p:cNvGrpSpPr/>
          <p:nvPr/>
        </p:nvGrpSpPr>
        <p:grpSpPr>
          <a:xfrm>
            <a:off x="2145665" y="130175"/>
            <a:ext cx="4955540" cy="4961255"/>
            <a:chOff x="2084209" y="814147"/>
            <a:chExt cx="4173518" cy="4173518"/>
          </a:xfrm>
        </p:grpSpPr>
        <p:sp>
          <p:nvSpPr>
            <p:cNvPr id="26" name="椭圆 25"/>
            <p:cNvSpPr/>
            <p:nvPr/>
          </p:nvSpPr>
          <p:spPr>
            <a:xfrm rot="9211764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5" name="椭圆 144"/>
            <p:cNvSpPr/>
            <p:nvPr/>
          </p:nvSpPr>
          <p:spPr>
            <a:xfrm rot="-3342857">
              <a:off x="2614580" y="814142"/>
              <a:ext cx="3112771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6" name="椭圆 145"/>
            <p:cNvSpPr/>
            <p:nvPr/>
          </p:nvSpPr>
          <p:spPr>
            <a:xfrm rot="-2314286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7" name="椭圆 146"/>
            <p:cNvSpPr/>
            <p:nvPr/>
          </p:nvSpPr>
          <p:spPr>
            <a:xfrm rot="-1285714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0" name="椭圆 149"/>
            <p:cNvSpPr/>
            <p:nvPr/>
          </p:nvSpPr>
          <p:spPr>
            <a:xfrm rot="1800000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1" name="椭圆 150"/>
            <p:cNvSpPr/>
            <p:nvPr/>
          </p:nvSpPr>
          <p:spPr>
            <a:xfrm rot="2828571">
              <a:off x="2614580" y="814142"/>
              <a:ext cx="3112771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 rot="7971428">
              <a:off x="2614580" y="814142"/>
              <a:ext cx="3112771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 rot="9000000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 rot="12085714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8" name="椭圆 167"/>
            <p:cNvSpPr/>
            <p:nvPr/>
          </p:nvSpPr>
          <p:spPr>
            <a:xfrm rot="13114285">
              <a:off x="2614798" y="814147"/>
              <a:ext cx="3112339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9" name="椭圆 168"/>
            <p:cNvSpPr/>
            <p:nvPr/>
          </p:nvSpPr>
          <p:spPr>
            <a:xfrm rot="14142856">
              <a:off x="2614580" y="814142"/>
              <a:ext cx="3112771" cy="4173518"/>
            </a:xfrm>
            <a:prstGeom prst="ellipse">
              <a:avLst/>
            </a:prstGeom>
            <a:noFill/>
            <a:ln w="3175">
              <a:solidFill>
                <a:schemeClr val="bg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6093" name="组合 170"/>
            <p:cNvGrpSpPr/>
            <p:nvPr/>
          </p:nvGrpSpPr>
          <p:grpSpPr>
            <a:xfrm>
              <a:off x="2084209" y="814147"/>
              <a:ext cx="4173518" cy="4173518"/>
              <a:chOff x="2084209" y="814147"/>
              <a:chExt cx="4173518" cy="4173518"/>
            </a:xfrm>
          </p:grpSpPr>
          <p:sp>
            <p:nvSpPr>
              <p:cNvPr id="143" name="椭圆 142"/>
              <p:cNvSpPr/>
              <p:nvPr/>
            </p:nvSpPr>
            <p:spPr>
              <a:xfrm rot="-5400000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4" name="椭圆 143"/>
              <p:cNvSpPr/>
              <p:nvPr/>
            </p:nvSpPr>
            <p:spPr>
              <a:xfrm rot="-4371429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8" name="椭圆 147"/>
              <p:cNvSpPr/>
              <p:nvPr/>
            </p:nvSpPr>
            <p:spPr>
              <a:xfrm rot="-257143">
                <a:off x="2614798" y="814147"/>
                <a:ext cx="3112339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9" name="椭圆 148"/>
              <p:cNvSpPr/>
              <p:nvPr/>
            </p:nvSpPr>
            <p:spPr>
              <a:xfrm rot="771428">
                <a:off x="2614798" y="814147"/>
                <a:ext cx="3112339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2" name="椭圆 151"/>
              <p:cNvSpPr/>
              <p:nvPr/>
            </p:nvSpPr>
            <p:spPr>
              <a:xfrm rot="3857142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3" name="椭圆 152"/>
              <p:cNvSpPr/>
              <p:nvPr/>
            </p:nvSpPr>
            <p:spPr>
              <a:xfrm rot="4885714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4" name="椭圆 153"/>
              <p:cNvSpPr/>
              <p:nvPr/>
            </p:nvSpPr>
            <p:spPr>
              <a:xfrm rot="5914286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5" name="椭圆 154"/>
              <p:cNvSpPr/>
              <p:nvPr/>
            </p:nvSpPr>
            <p:spPr>
              <a:xfrm rot="6942857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8" name="椭圆 157"/>
              <p:cNvSpPr/>
              <p:nvPr/>
            </p:nvSpPr>
            <p:spPr>
              <a:xfrm rot="10028571">
                <a:off x="2614798" y="814147"/>
                <a:ext cx="3112339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6" name="椭圆 165"/>
              <p:cNvSpPr/>
              <p:nvPr/>
            </p:nvSpPr>
            <p:spPr>
              <a:xfrm rot="11057142">
                <a:off x="2614798" y="814147"/>
                <a:ext cx="3112339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0" name="椭圆 169"/>
              <p:cNvSpPr/>
              <p:nvPr/>
            </p:nvSpPr>
            <p:spPr>
              <a:xfrm rot="15171427">
                <a:off x="2614580" y="814142"/>
                <a:ext cx="3112771" cy="4173518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5" name="文本框 174"/>
          <p:cNvSpPr txBox="1"/>
          <p:nvPr/>
        </p:nvSpPr>
        <p:spPr>
          <a:xfrm>
            <a:off x="3255963" y="1330325"/>
            <a:ext cx="2632075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 eaLnBrk="0" hangingPunct="0"/>
            <a:r>
              <a:rPr lang="en-US" altLang="zh-CN" sz="4400" dirty="0">
                <a:solidFill>
                  <a:schemeClr val="bg1"/>
                </a:solidFill>
                <a:latin typeface="Arial Rounded MT Bold" panose="020F0704030504030204" charset="0"/>
                <a:ea typeface="Microsoft YaHei" panose="020B0503020204020204" pitchFamily="34" charset="-122"/>
                <a:cs typeface="Arial Rounded MT Bold" panose="020F0704030504030204" charset="0"/>
              </a:rPr>
              <a:t>202</a:t>
            </a:r>
            <a:r>
              <a:rPr lang="fr-FR" altLang="en-US" sz="4400" dirty="0">
                <a:solidFill>
                  <a:schemeClr val="bg1"/>
                </a:solidFill>
                <a:latin typeface="Arial Rounded MT Bold" panose="020F0704030504030204" charset="0"/>
                <a:ea typeface="Microsoft YaHei" panose="020B0503020204020204" pitchFamily="34" charset="-122"/>
                <a:cs typeface="Arial Rounded MT Bold" panose="020F0704030504030204" charset="0"/>
              </a:rPr>
              <a:t>5</a:t>
            </a:r>
            <a:endParaRPr lang="fr-FR" altLang="en-US" sz="4400" dirty="0">
              <a:solidFill>
                <a:schemeClr val="bg1"/>
              </a:solidFill>
              <a:latin typeface="Arial Rounded MT Bold" panose="020F0704030504030204" charset="0"/>
              <a:ea typeface="Microsoft YaHei" panose="020B0503020204020204" pitchFamily="34" charset="-122"/>
              <a:cs typeface="Arial Rounded MT Bold" panose="020F0704030504030204" charset="0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2940050" y="2164715"/>
            <a:ext cx="3287713" cy="10763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 eaLnBrk="0" hangingPunct="0"/>
            <a:r>
              <a:rPr lang="fr-FR" altLang="zh-CN" sz="3200" dirty="0">
                <a:solidFill>
                  <a:srgbClr val="FFFF00"/>
                </a:solidFill>
                <a:latin typeface="Bahnschrift" panose="020B0502040204020203" charset="0"/>
                <a:ea typeface="Arial" panose="020B0604020202020204" pitchFamily="34" charset="0"/>
                <a:cs typeface="Bahnschrift" panose="020B0502040204020203" charset="0"/>
              </a:rPr>
              <a:t>Merci pour votre attention !</a:t>
            </a:r>
            <a:endParaRPr lang="fr-FR" altLang="zh-CN" sz="3200" dirty="0">
              <a:solidFill>
                <a:srgbClr val="FFFF00"/>
              </a:solidFill>
              <a:latin typeface="Bahnschrift" panose="020B0502040204020203" charset="0"/>
              <a:ea typeface="Arial" panose="020B0604020202020204" pitchFamily="34" charset="0"/>
              <a:cs typeface="Bahnschrift" panose="020B0502040204020203" charset="0"/>
            </a:endParaRPr>
          </a:p>
        </p:txBody>
      </p:sp>
      <p:cxnSp>
        <p:nvCxnSpPr>
          <p:cNvPr id="178" name="直接连接符 177"/>
          <p:cNvCxnSpPr/>
          <p:nvPr/>
        </p:nvCxnSpPr>
        <p:spPr>
          <a:xfrm>
            <a:off x="3419475" y="2112963"/>
            <a:ext cx="2305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 Box 10"/>
          <p:cNvSpPr txBox="1"/>
          <p:nvPr/>
        </p:nvSpPr>
        <p:spPr>
          <a:xfrm>
            <a:off x="3555683" y="3291523"/>
            <a:ext cx="2168525" cy="1122680"/>
          </a:xfrm>
          <a:prstGeom prst="rect">
            <a:avLst/>
          </a:prstGeom>
          <a:noFill/>
          <a:ln w="9525">
            <a:noFill/>
          </a:ln>
        </p:spPr>
        <p:txBody>
          <a:bodyPr lIns="45720" tIns="22860" rIns="45720" bIns="22860" anchor="t">
            <a:spAutoFit/>
          </a:bodyPr>
          <a:p>
            <a:pPr algn="ctr" defTabSz="1087755" eaLnBrk="0" hangingPunct="0"/>
            <a:r>
              <a:rPr lang="fr-FR" altLang="zh-CN" sz="1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Presenter par:</a:t>
            </a:r>
            <a:endParaRPr lang="fr-FR" altLang="zh-CN" sz="1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 defTabSz="1087755" eaLnBrk="0" hangingPunct="0"/>
            <a:r>
              <a:rPr lang="fr-FR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Fiderana</a:t>
            </a:r>
            <a:endParaRPr lang="fr-FR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 defTabSz="1087755" eaLnBrk="0" hangingPunct="0"/>
            <a:r>
              <a:rPr lang="fr-FR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Anthony</a:t>
            </a:r>
            <a:endParaRPr lang="fr-FR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 defTabSz="1087755" eaLnBrk="0" hangingPunct="0"/>
            <a:r>
              <a:rPr lang="fr-FR" altLang="zh-CN" sz="1400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Faneva</a:t>
            </a:r>
            <a:endParaRPr lang="fr-FR" altLang="zh-CN" sz="140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 defTabSz="1087755" eaLnBrk="0" hangingPunct="0"/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/>
      <p:bldP spid="176" grpId="0"/>
      <p:bldP spid="180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.xml><?xml version="1.0" encoding="utf-8"?>
<p:tagLst xmlns:p="http://schemas.openxmlformats.org/presentationml/2006/main">
  <p:tag name="KSO_WM_DIAGRAM_VIRTUALLY_FRAME" val="{&quot;height&quot;:237.69373645089453,&quot;left&quot;:53,&quot;top&quot;:104.35516329855675,&quot;width&quot;:649.4999999999999}"/>
</p:tagLst>
</file>

<file path=ppt/tags/tag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29.xml><?xml version="1.0" encoding="utf-8"?>
<p:tagLst xmlns:p="http://schemas.openxmlformats.org/presentationml/2006/main">
  <p:tag name="KSO_WM_DIAGRAM_VIRTUALLY_FRAME" val="{&quot;height&quot;:237.69373645089453,&quot;left&quot;:53,&quot;top&quot;:104.35516329855675,&quot;width&quot;:649.4999999999999}"/>
</p:tagLst>
</file>

<file path=ppt/tags/tag3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3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4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3.xml><?xml version="1.0" encoding="utf-8"?>
<p:tagLst xmlns:p="http://schemas.openxmlformats.org/presentationml/2006/main">
  <p:tag name="KSO_WM_DIAGRAM_VIRTUALLY_FRAME" val="{&quot;height&quot;:237.69373645089453,&quot;left&quot;:53,&quot;top&quot;:104.35516329855675,&quot;width&quot;:649.4999999999999}"/>
</p:tagLst>
</file>

<file path=ppt/tags/tag5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5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6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7.xml><?xml version="1.0" encoding="utf-8"?>
<p:tagLst xmlns:p="http://schemas.openxmlformats.org/presentationml/2006/main">
  <p:tag name="KSO_WM_DIAGRAM_VIRTUALLY_FRAME" val="{&quot;height&quot;:237.69373645089453,&quot;left&quot;:53,&quot;top&quot;:104.35516329855675,&quot;width&quot;:649.4999999999999}"/>
</p:tagLst>
</file>

<file path=ppt/tags/tag7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7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8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9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2.xml><?xml version="1.0" encoding="utf-8"?>
<p:tagLst xmlns:p="http://schemas.openxmlformats.org/presentationml/2006/main">
  <p:tag name="KSO_WM_DIAGRAM_VIRTUALLY_FRAME" val="{&quot;height&quot;:237.69373645089453,&quot;left&quot;:53,&quot;top&quot;:104.35516329855675,&quot;width&quot;:649.4999999999999}"/>
</p:tagLst>
</file>

<file path=ppt/tags/tag10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0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6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7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8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19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20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21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22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23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24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25.xml><?xml version="1.0" encoding="utf-8"?>
<p:tagLst xmlns:p="http://schemas.openxmlformats.org/presentationml/2006/main">
  <p:tag name="KSO_WM_DIAGRAM_VIRTUALLY_FRAME" val="{&quot;height&quot;:280.44373645089456,&quot;left&quot;:53,&quot;top&quot;:104.35516329855675,&quot;width&quot;:649.4999999999999}"/>
</p:tagLst>
</file>

<file path=ppt/tags/tag126.xml><?xml version="1.0" encoding="utf-8"?>
<p:tagLst xmlns:p="http://schemas.openxmlformats.org/presentationml/2006/main">
  <p:tag name="MH_TYPE" val="#NeiR#"/>
  <p:tag name="MH_NUMBER" val="5"/>
  <p:tag name="MH_CATEGORY" val="#BingLLB#"/>
  <p:tag name="MH_LAYOUT" val="SubTitleDesc"/>
  <p:tag name="MH" val="20151008135130"/>
  <p:tag name="MH_LIBRARY" val="GRAPHIC"/>
</p:tagLst>
</file>

<file path=ppt/tags/tag127.xml><?xml version="1.0" encoding="utf-8"?>
<p:tagLst xmlns:p="http://schemas.openxmlformats.org/presentationml/2006/main">
  <p:tag name="MH_TYPE" val="#NeiR#"/>
  <p:tag name="MH_NUMBER" val="4"/>
  <p:tag name="MH_CATEGORY" val="#LiuChBZh#"/>
  <p:tag name="MH_LAYOUT" val="SubTitleText"/>
  <p:tag name="MH" val="20151008135026"/>
  <p:tag name="MH_LIBRARY" val="GRAPHIC"/>
</p:tagLst>
</file>

<file path=ppt/tags/tag128.xml><?xml version="1.0" encoding="utf-8"?>
<p:tagLst xmlns:p="http://schemas.openxmlformats.org/presentationml/2006/main">
  <p:tag name="TABLE_ENDDRAG_ORIGIN_RECT" val="478*262"/>
  <p:tag name="TABLE_ENDDRAG_RECT" val="110*100*478*262"/>
  <p:tag name="TABLE_AUTOADJUST_FLAG" val="1"/>
</p:tagLst>
</file>

<file path=ppt/theme/theme1.xml><?xml version="1.0" encoding="utf-8"?>
<a:theme xmlns:a="http://schemas.openxmlformats.org/drawingml/2006/main" name="Office Theme">
  <a:themeElements>
    <a:clrScheme name="可变换-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FFFF"/>
      </a:accent1>
      <a:accent2>
        <a:srgbClr val="FFFFFF"/>
      </a:accent2>
      <a:accent3>
        <a:srgbClr val="00ADEF"/>
      </a:accent3>
      <a:accent4>
        <a:srgbClr val="00ADEF"/>
      </a:accent4>
      <a:accent5>
        <a:srgbClr val="00ADEF"/>
      </a:accent5>
      <a:accent6>
        <a:srgbClr val="00ADEF"/>
      </a:accent6>
      <a:hlink>
        <a:srgbClr val="00ADEF"/>
      </a:hlink>
      <a:folHlink>
        <a:srgbClr val="00ADEF"/>
      </a:folHlink>
    </a:clrScheme>
    <a:fontScheme name="华文细黑英文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3378</Words>
  <Application>WPS Presentation</Application>
  <PresentationFormat/>
  <Paragraphs>220</Paragraphs>
  <Slides>16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SimSun</vt:lpstr>
      <vt:lpstr>Wingdings</vt:lpstr>
      <vt:lpstr>Lao UI</vt:lpstr>
      <vt:lpstr>Microsoft YaHei</vt:lpstr>
      <vt:lpstr>华文细黑</vt:lpstr>
      <vt:lpstr>Calibri</vt:lpstr>
      <vt:lpstr>Bahnschrift</vt:lpstr>
      <vt:lpstr>Arial Rounded MT Bold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flash</dc:title>
  <dc:creator>Penelope</dc:creator>
  <cp:lastModifiedBy>Fiderana Rah</cp:lastModifiedBy>
  <cp:revision>146</cp:revision>
  <dcterms:created xsi:type="dcterms:W3CDTF">2014-09-01T14:19:00Z</dcterms:created>
  <dcterms:modified xsi:type="dcterms:W3CDTF">2025-11-30T15:40:17Z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1036-12.2.0.23155</vt:lpwstr>
  </property>
  <property fmtid="{D5CDD505-2E9C-101B-9397-08002B2CF9AE}" pid="3" name="ICV">
    <vt:lpwstr>CA748346D44B4C4A93DF5A87F1DBD3B0_13</vt:lpwstr>
  </property>
</Properties>
</file>